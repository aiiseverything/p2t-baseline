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865481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NATIVE OBJECTS. Text lines and colored token rectangles are separate. Double-click a case group, or use Selection Pane / Ungroup to edit. If changing wording or font size, realign the highlight rectangles. Colors represent saved positive credit weights, not token reward labels. These are manually selected qualitative examples.</a:t>
            </a:r>
          </a:p>
          <a:p/>
          <a:p>
            <a:r>
              <a:t>{</a:t>
            </a:r>
          </a:p>
          <a:p>
            <a:r>
              <a:t>  "color_scale": "((w - 0.25) / 3.75) ** 0.5",</a:t>
            </a:r>
          </a:p>
          <a:p>
            <a:r>
              <a:t>  "cases": [</a:t>
            </a:r>
          </a:p>
          <a:p>
            <a:r>
              <a:t>    {</a:t>
            </a:r>
          </a:p>
          <a:p>
            <a:r>
              <a:t>      "key": "terminology",</a:t>
            </a:r>
          </a:p>
          <a:p>
            <a:r>
              <a:t>      "rollout": 1,</a:t>
            </a:r>
          </a:p>
          <a:p>
            <a:r>
              <a:t>      "row": 48,</a:t>
            </a:r>
          </a:p>
          <a:p>
            <a:r>
              <a:t>      "kind": "positive",</a:t>
            </a:r>
          </a:p>
          <a:p>
            <a:r>
              <a:t>      "title": "Refining an imprecise term",</a:t>
            </a:r>
          </a:p>
          <a:p>
            <a:r>
              <a:t>      "prompt_summary": "What are the lasting legacies of the Greek Empire?",</a:t>
            </a:r>
          </a:p>
          <a:p>
            <a:r>
              <a:t>      "excerpt": "The Greek Empire, or more accurately, Ancient Greece, has left a lasting legacy in various aspects of our world today.",</a:t>
            </a:r>
          </a:p>
          <a:p>
            <a:r>
              <a:t>      "advantage": 1.4728648662567139,</a:t>
            </a:r>
          </a:p>
          <a:p>
            <a:r>
              <a:t>      "reward": 5.5625,</a:t>
            </a:r>
          </a:p>
          <a:p>
            <a:r>
              <a:t>      "group_rank": 1,</a:t>
            </a:r>
          </a:p>
          <a:p>
            <a:r>
              <a:t>      "group_size": 8,</a:t>
            </a:r>
          </a:p>
          <a:p>
            <a:r>
              <a:t>      "prompt": "What are the lasting legacies of the Greek Empire, and how do they continue to shape our world today?",</a:t>
            </a:r>
          </a:p>
          <a:p>
            <a:r>
              <a:t>      "full_response": "The Greek Empire, or more accurately, Ancient Greece, has left a lasting legacy in various aspects of our world today. Here are some of the significant legacies:\n\n1. Democracy: Ancient Greece is credited with introducing the concept of democracy, which is the foundation of many modern-day governments. Athenian democracy, for instance, involved citizens participating in the decision-making process by voting on important issues.\n\n2. Philosophy: The city of Athens was the birthplace of Western philosophy. Prominent Greek philosophers, such as Socrates, Plato, and Aristotle, have had a significant impact on modern thought and scholarship.\n\n3. Architecture: Greek architecture has been a major influence in Western architecture, with the use of columns, pediments, and friezes being widely recognized. Famous architectural structures like the Parthenon and the Acropolis are key examples of this.\n\n4. Theater: Ancient Greek theatre contributed profoundly to the development of classical theatre. Greek theatre influenced the development of tragedies, comedies, and the concept of using masks, costumes, and scenery.\n\n5. Literature: Greek mythology, which encompasses the stories of gods, heroes, and monsters, has influenced literature and art for centuries. Works by famous Greek writers, such as Homer and Hesiod, continue to be studied and appreciated today.\n\n6. Mathematics and Science: Ancient Greek mathematicians like Euclid and Archimedes made significant contributions to the fields of mathematics and science. Their work laid the foundation for many modern discoveries and advancements in various disciplines.\n\n7. Western Art: Greek art's emphasis on idealized human form and naturalistic representation has influenced Western art through the ages. Famous sculptors like Phidias and Praxiteles created masterpieces that inspired generations of artists.\n\n8. Medical Research: The ancient Greeks made strides in the field of medicine. Physicians like Hippocrates, known as the \"father of medicine,\" established medicine as a distinct discipline.\n\n9. Education: The Greek emphasis on education, particularly in the areas of literature, philosophy, and art, promoted intellectual discussion and critical thinking, influenced by Socrates's method of questioning.\n\n10. Language: Many words and terms from the Greek language have been assimilated into English and other languages, especially in the realm of science, literature, and everyday expressions.\n\nThese legacies continue to shape our world today by influencing our societies, beliefs, educational systems, and various forms of art and literature. They serve as a reminder of the importance of human knowledge and creativity in guiding the development of civilization.&lt;|endoftext|&gt;",</a:t>
            </a:r>
          </a:p>
          <a:p>
            <a:r>
              <a:t>      "token_start": 0,</a:t>
            </a:r>
          </a:p>
          <a:p>
            <a:r>
              <a:t>      "token_end_exclusive": 24,</a:t>
            </a:r>
          </a:p>
          <a:p>
            <a:r>
              <a:t>      "peak_position": 6,</a:t>
            </a:r>
          </a:p>
          <a:p>
            <a:r>
              <a:t>      "peak_weight": 4.0,</a:t>
            </a:r>
          </a:p>
          <a:p>
            <a:r>
              <a:t>      "tokens": [</a:t>
            </a:r>
          </a:p>
          <a:p>
            <a:r>
              <a:t>        {</a:t>
            </a:r>
          </a:p>
          <a:p>
            <a:r>
              <a:t>          "position": 0,</a:t>
            </a:r>
          </a:p>
          <a:p>
            <a:r>
              <a:t>          "token_id": 785,</a:t>
            </a:r>
          </a:p>
          <a:p>
            <a:r>
              <a:t>          "text": "The",</a:t>
            </a:r>
          </a:p>
          <a:p>
            <a:r>
              <a:t>          "weight": 0.82470703125,</a:t>
            </a:r>
          </a:p>
          <a:p>
            <a:r>
              <a:t>          "signed_advantage": 1.2146820112830028</a:t>
            </a:r>
          </a:p>
          <a:p>
            <a:r>
              <a:t>        },</a:t>
            </a:r>
          </a:p>
          <a:p>
            <a:r>
              <a:t>        {</a:t>
            </a:r>
          </a:p>
          <a:p>
            <a:r>
              <a:t>          "position": 1,</a:t>
            </a:r>
          </a:p>
          <a:p>
            <a:r>
              <a:t>          "token_id": 17860,</a:t>
            </a:r>
          </a:p>
          <a:p>
            <a:r>
              <a:t>          "text": " Greek",</a:t>
            </a:r>
          </a:p>
          <a:p>
            <a:r>
              <a:t>          "weight": 0.461669921875,</a:t>
            </a:r>
          </a:p>
          <a:p>
            <a:r>
              <a:t>          "signed_advantage": 0.6799774077371694</a:t>
            </a:r>
          </a:p>
          <a:p>
            <a:r>
              <a:t>        },</a:t>
            </a:r>
          </a:p>
          <a:p>
            <a:r>
              <a:t>        {</a:t>
            </a:r>
          </a:p>
          <a:p>
            <a:r>
              <a:t>          "position": 2,</a:t>
            </a:r>
          </a:p>
          <a:p>
            <a:r>
              <a:t>          "token_id": 20448,</a:t>
            </a:r>
          </a:p>
          <a:p>
            <a:r>
              <a:t>          "text": " Empire",</a:t>
            </a:r>
          </a:p>
          <a:p>
            <a:r>
              <a:t>          "weight": 0.96533203125,</a:t>
            </a:r>
          </a:p>
          <a:p>
            <a:r>
              <a:t>          "signed_advantage": 1.4218036331003532</a:t>
            </a:r>
          </a:p>
          <a:p>
            <a:r>
              <a:t>        },</a:t>
            </a:r>
          </a:p>
          <a:p>
            <a:r>
              <a:t>        {</a:t>
            </a:r>
          </a:p>
          <a:p>
            <a:r>
              <a:t>          "position": 3,</a:t>
            </a:r>
          </a:p>
          <a:p>
            <a:r>
              <a:t>          "token_id": 11,</a:t>
            </a:r>
          </a:p>
          <a:p>
            <a:r>
              <a:t>          "text": ",",</a:t>
            </a:r>
          </a:p>
          <a:p>
            <a:r>
              <a:t>          "weight": 0.94091796875,</a:t>
            </a:r>
          </a:p>
          <a:p>
            <a:r>
              <a:t>          "signed_advantage": 1.3858450182015076</a:t>
            </a:r>
          </a:p>
          <a:p>
            <a:r>
              <a:t>        },</a:t>
            </a:r>
          </a:p>
          <a:p>
            <a:r>
              <a:t>        {</a:t>
            </a:r>
          </a:p>
          <a:p>
            <a:r>
              <a:t>          "position": 4,</a:t>
            </a:r>
          </a:p>
          <a:p>
            <a:r>
              <a:t>          "token_id": 476,</a:t>
            </a:r>
          </a:p>
          <a:p>
            <a:r>
              <a:t>          "text": " or",</a:t>
            </a:r>
          </a:p>
          <a:p>
            <a:r>
              <a:t>          "weight": 1.46875,</a:t>
            </a:r>
          </a:p>
          <a:p>
            <a:r>
              <a:t>          "signed_advantage": 2.1632702723145485</a:t>
            </a:r>
          </a:p>
          <a:p>
            <a:r>
              <a:t>        },</a:t>
            </a:r>
          </a:p>
          <a:p>
            <a:r>
              <a:t>        {</a:t>
            </a:r>
          </a:p>
          <a:p>
            <a:r>
              <a:t>          "position": 5,</a:t>
            </a:r>
          </a:p>
          <a:p>
            <a:r>
              <a:t>          "token_id": 803,</a:t>
            </a:r>
          </a:p>
          <a:p>
            <a:r>
              <a:t>          "text": " more",</a:t>
            </a:r>
          </a:p>
          <a:p>
            <a:r>
              <a:t>          "weight": 0.50927734375,</a:t>
            </a:r>
          </a:p>
          <a:p>
            <a:r>
              <a:t>          "signed_advantage": 0.7500967067899182</a:t>
            </a:r>
          </a:p>
          <a:p>
            <a:r>
              <a:t>        },</a:t>
            </a:r>
          </a:p>
          <a:p>
            <a:r>
              <a:t>        {</a:t>
            </a:r>
          </a:p>
          <a:p>
            <a:r>
              <a:t>          "position": 6,</a:t>
            </a:r>
          </a:p>
          <a:p>
            <a:r>
              <a:t>          "token_id": 29257,</a:t>
            </a:r>
          </a:p>
          <a:p>
            <a:r>
              <a:t>          "text": " accurately",</a:t>
            </a:r>
          </a:p>
          <a:p>
            <a:r>
              <a:t>          "weight": 4.0,</a:t>
            </a:r>
          </a:p>
          <a:p>
            <a:r>
              <a:t>          "signed_advantage": 5.8914594650268555</a:t>
            </a:r>
          </a:p>
          <a:p>
            <a:r>
              <a:t>        },</a:t>
            </a:r>
          </a:p>
          <a:p>
            <a:r>
              <a:t>        {</a:t>
            </a:r>
          </a:p>
          <a:p>
            <a:r>
              <a:t>          "position": 7,</a:t>
            </a:r>
          </a:p>
          <a:p>
            <a:r>
              <a:t>          "token_id": 11,</a:t>
            </a:r>
          </a:p>
          <a:p>
            <a:r>
              <a:t>          "text": ",",</a:t>
            </a:r>
          </a:p>
          <a:p>
            <a:r>
              <a:t>          "weight": 1.3310546875,</a:t>
            </a:r>
          </a:p>
          <a:p>
            <a:r>
              <a:t>          "signed_advantage": 1.9604636842850596</a:t>
            </a:r>
          </a:p>
          <a:p>
            <a:r>
              <a:t>        },</a:t>
            </a:r>
          </a:p>
          <a:p>
            <a:r>
              <a:t>        {</a:t>
            </a:r>
          </a:p>
          <a:p>
            <a:r>
              <a:t>          "position": 8,</a:t>
            </a:r>
          </a:p>
          <a:p>
            <a:r>
              <a:t>          "token_id": 36950,</a:t>
            </a:r>
          </a:p>
          <a:p>
            <a:r>
              <a:t>          "text": " Ancient",</a:t>
            </a:r>
          </a:p>
          <a:p>
            <a:r>
              <a:t>          "weight": 1.2822265625,</a:t>
            </a:r>
          </a:p>
          <a:p>
            <a:r>
              <a:t>          "signed_advantage": 1.8885464544873685</a:t>
            </a:r>
          </a:p>
          <a:p>
            <a:r>
              <a:t>        },</a:t>
            </a:r>
          </a:p>
          <a:p>
            <a:r>
              <a:t>        {</a:t>
            </a:r>
          </a:p>
          <a:p>
            <a:r>
              <a:t>          "position": 9,</a:t>
            </a:r>
          </a:p>
          <a:p>
            <a:r>
              <a:t>          "token_id": 24427,</a:t>
            </a:r>
          </a:p>
          <a:p>
            <a:r>
              <a:t>          "text": " Greece",</a:t>
            </a:r>
          </a:p>
          <a:p>
            <a:r>
              <a:t>          "weight": 1.16015625,</a:t>
            </a:r>
          </a:p>
          <a:p>
            <a:r>
              <a:t>          "signed_advantage": 1.7087533799931407</a:t>
            </a:r>
          </a:p>
          <a:p>
            <a:r>
              <a:t>        },</a:t>
            </a:r>
          </a:p>
          <a:p>
            <a:r>
              <a:t>        {</a:t>
            </a:r>
          </a:p>
          <a:p>
            <a:r>
              <a:t>          "position": 10,</a:t>
            </a:r>
          </a:p>
          <a:p>
            <a:r>
              <a:t>          "token_id": 11,</a:t>
            </a:r>
          </a:p>
          <a:p>
            <a:r>
              <a:t>          "text": ",",</a:t>
            </a:r>
          </a:p>
          <a:p>
            <a:r>
              <a:t>          "weight": 0.9765625,</a:t>
            </a:r>
          </a:p>
          <a:p>
            <a:r>
              <a:t>          "signed_advantage": 1.4383445959538221</a:t>
            </a:r>
          </a:p>
          <a:p>
            <a:r>
              <a:t>        },</a:t>
            </a:r>
          </a:p>
          <a:p>
            <a:r>
              <a:t>        {</a:t>
            </a:r>
          </a:p>
          <a:p>
            <a:r>
              <a:t>          "position": 11,</a:t>
            </a:r>
          </a:p>
          <a:p>
            <a:r>
              <a:t>          "token_id": 702,</a:t>
            </a:r>
          </a:p>
          <a:p>
            <a:r>
              <a:t>          "text": " has",</a:t>
            </a:r>
          </a:p>
          <a:p>
            <a:r>
              <a:t>          "weight": 1.1806640625,</a:t>
            </a:r>
          </a:p>
          <a:p>
            <a:r>
              <a:t>          "signed_advantage": 1.738958616508171</a:t>
            </a:r>
          </a:p>
          <a:p>
            <a:r>
              <a:t>        },</a:t>
            </a:r>
          </a:p>
          <a:p>
            <a:r>
              <a:t>        {</a:t>
            </a:r>
          </a:p>
          <a:p>
            <a:r>
              <a:t>          "position": 12,</a:t>
            </a:r>
          </a:p>
          <a:p>
            <a:r>
              <a:t>          "token_id": 2115,</a:t>
            </a:r>
          </a:p>
          <a:p>
            <a:r>
              <a:t>          "text": " left",</a:t>
            </a:r>
          </a:p>
          <a:p>
            <a:r>
              <a:t>          "weight": 1.41015625,</a:t>
            </a:r>
          </a:p>
          <a:p>
            <a:r>
              <a:t>          "signed_advantage": 2.076969596557319</a:t>
            </a:r>
          </a:p>
          <a:p>
            <a:r>
              <a:t>        },</a:t>
            </a:r>
          </a:p>
          <a:p>
            <a:r>
              <a:t>        {</a:t>
            </a:r>
          </a:p>
          <a:p>
            <a:r>
              <a:t>          "position": 13,</a:t>
            </a:r>
          </a:p>
          <a:p>
            <a:r>
              <a:t>          "token_id": 264,</a:t>
            </a:r>
          </a:p>
          <a:p>
            <a:r>
              <a:t>          "text": " a",</a:t>
            </a:r>
          </a:p>
          <a:p>
            <a:r>
              <a:t>          "weight": 1.013671875,</a:t>
            </a:r>
          </a:p>
          <a:p>
            <a:r>
              <a:t>          "signed_advantage": 1.4930016906000674</a:t>
            </a:r>
          </a:p>
          <a:p>
            <a:r>
              <a:t>        },</a:t>
            </a:r>
          </a:p>
          <a:p>
            <a:r>
              <a:t>        {</a:t>
            </a:r>
          </a:p>
          <a:p>
            <a:r>
              <a:t>          "position": 14,</a:t>
            </a:r>
          </a:p>
          <a:p>
            <a:r>
              <a:t>          "token_id": 28769,</a:t>
            </a:r>
          </a:p>
          <a:p>
            <a:r>
              <a:t>          "text": " lasting",</a:t>
            </a:r>
          </a:p>
          <a:p>
            <a:r>
              <a:t>          "weight": 1.9189453125,</a:t>
            </a:r>
          </a:p>
          <a:p>
            <a:r>
              <a:t>          "signed_advantage": 2.8263471310492605</a:t>
            </a:r>
          </a:p>
          <a:p>
            <a:r>
              <a:t>        },</a:t>
            </a:r>
          </a:p>
          <a:p>
            <a:r>
              <a:t>        {</a:t>
            </a:r>
          </a:p>
          <a:p>
            <a:r>
              <a:t>          "position": 15,</a:t>
            </a:r>
          </a:p>
          <a:p>
            <a:r>
              <a:t>          "token_id": 19588,</a:t>
            </a:r>
          </a:p>
          <a:p>
            <a:r>
              <a:t>          "text": " legacy",</a:t>
            </a:r>
          </a:p>
          <a:p>
            <a:r>
              <a:t>          "weight": 1.73046875,</a:t>
            </a:r>
          </a:p>
          <a:p>
            <a:r>
              <a:t>          "signed_advantage": 2.548746624030173</a:t>
            </a:r>
          </a:p>
          <a:p>
            <a:r>
              <a:t>        },</a:t>
            </a:r>
          </a:p>
          <a:p>
            <a:r>
              <a:t>        {</a:t>
            </a:r>
          </a:p>
          <a:p>
            <a:r>
              <a:t>          "position": 16,</a:t>
            </a:r>
          </a:p>
          <a:p>
            <a:r>
              <a:t>          "token_id": 304,</a:t>
            </a:r>
          </a:p>
          <a:p>
            <a:r>
              <a:t>          "text": " in",</a:t>
            </a:r>
          </a:p>
          <a:p>
            <a:r>
              <a:t>          "weight": 1.05859375,</a:t>
            </a:r>
          </a:p>
          <a:p>
            <a:r>
              <a:t>          "signed_advantage": 1.5591655420139432</a:t>
            </a:r>
          </a:p>
          <a:p>
            <a:r>
              <a:t>        },</a:t>
            </a:r>
          </a:p>
          <a:p>
            <a:r>
              <a:t>        {</a:t>
            </a:r>
          </a:p>
          <a:p>
            <a:r>
              <a:t>          "position": 17,</a:t>
            </a:r>
          </a:p>
          <a:p>
            <a:r>
              <a:t>          "token_id": 5257,</a:t>
            </a:r>
          </a:p>
          <a:p>
            <a:r>
              <a:t>          "text": " various",</a:t>
            </a:r>
          </a:p>
          <a:p>
            <a:r>
              <a:t>          "weight": 0.98876953125,</a:t>
            </a:r>
          </a:p>
          <a:p>
            <a:r>
              <a:t>          "signed_advantage": 1.456323903403245</a:t>
            </a:r>
          </a:p>
          <a:p>
            <a:r>
              <a:t>        },</a:t>
            </a:r>
          </a:p>
          <a:p>
            <a:r>
              <a:t>        {</a:t>
            </a:r>
          </a:p>
          <a:p>
            <a:r>
              <a:t>          "position": 18,</a:t>
            </a:r>
          </a:p>
          <a:p>
            <a:r>
              <a:t>          "token_id": 13566,</a:t>
            </a:r>
          </a:p>
          <a:p>
            <a:r>
              <a:t>          "text": " aspects",</a:t>
            </a:r>
          </a:p>
          <a:p>
            <a:r>
              <a:t>          "weight": 1.037109375,</a:t>
            </a:r>
          </a:p>
          <a:p>
            <a:r>
              <a:t>          "signed_advantage": 1.527521960902959</a:t>
            </a:r>
          </a:p>
          <a:p>
            <a:r>
              <a:t>        },</a:t>
            </a:r>
          </a:p>
          <a:p>
            <a:r>
              <a:t>        {</a:t>
            </a:r>
          </a:p>
          <a:p>
            <a:r>
              <a:t>          "position": 19,</a:t>
            </a:r>
          </a:p>
          <a:p>
            <a:r>
              <a:t>          "token_id": 315,</a:t>
            </a:r>
          </a:p>
          <a:p>
            <a:r>
              <a:t>          "text": " of",</a:t>
            </a:r>
          </a:p>
          <a:p>
            <a:r>
              <a:t>          "weight": 0.9873046875,</a:t>
            </a:r>
          </a:p>
          <a:p>
            <a:r>
              <a:t>          "signed_advantage": 1.4541663865093142</a:t>
            </a:r>
          </a:p>
          <a:p>
            <a:r>
              <a:t>        },</a:t>
            </a:r>
          </a:p>
          <a:p>
            <a:r>
              <a:t>        {</a:t>
            </a:r>
          </a:p>
          <a:p>
            <a:r>
              <a:t>          "position": 20,</a:t>
            </a:r>
          </a:p>
          <a:p>
            <a:r>
              <a:t>          "token_id": 1039,</a:t>
            </a:r>
          </a:p>
          <a:p>
            <a:r>
              <a:t>          "text": " our",</a:t>
            </a:r>
          </a:p>
          <a:p>
            <a:r>
              <a:t>          "weight": 1.7646484375,</a:t>
            </a:r>
          </a:p>
          <a:p>
            <a:r>
              <a:t>          "signed_advantage": 2.5990886848885566</a:t>
            </a:r>
          </a:p>
          <a:p>
            <a:r>
              <a:t>        },</a:t>
            </a:r>
          </a:p>
          <a:p>
            <a:r>
              <a:t>        {</a:t>
            </a:r>
          </a:p>
          <a:p>
            <a:r>
              <a:t>          "position": 21,</a:t>
            </a:r>
          </a:p>
          <a:p>
            <a:r>
              <a:t>          "token_id": 1879,</a:t>
            </a:r>
          </a:p>
          <a:p>
            <a:r>
              <a:t>          "text": " world",</a:t>
            </a:r>
          </a:p>
          <a:p>
            <a:r>
              <a:t>          "weight": 1.087890625,</a:t>
            </a:r>
          </a:p>
          <a:p>
            <a:r>
              <a:t>          "signed_advantage": 1.6023158798925579</a:t>
            </a:r>
          </a:p>
          <a:p>
            <a:r>
              <a:t>        },</a:t>
            </a:r>
          </a:p>
          <a:p>
            <a:r>
              <a:t>        {</a:t>
            </a:r>
          </a:p>
          <a:p>
            <a:r>
              <a:t>          "position": 22,</a:t>
            </a:r>
          </a:p>
          <a:p>
            <a:r>
              <a:t>          "token_id": 3351,</a:t>
            </a:r>
          </a:p>
          <a:p>
            <a:r>
              <a:t>          "text": " today",</a:t>
            </a:r>
          </a:p>
          <a:p>
            <a:r>
              <a:t>          "weight": 1.1357421875,</a:t>
            </a:r>
          </a:p>
          <a:p>
            <a:r>
              <a:t>          "signed_advantage": 1.6727947650942951</a:t>
            </a:r>
          </a:p>
          <a:p>
            <a:r>
              <a:t>        },</a:t>
            </a:r>
          </a:p>
          <a:p>
            <a:r>
              <a:t>        {</a:t>
            </a:r>
          </a:p>
          <a:p>
            <a:r>
              <a:t>          "position": 23,</a:t>
            </a:r>
          </a:p>
          <a:p>
            <a:r>
              <a:t>          "token_id": 13,</a:t>
            </a:r>
          </a:p>
          <a:p>
            <a:r>
              <a:t>          "text": ".",</a:t>
            </a:r>
          </a:p>
          <a:p>
            <a:r>
              <a:t>          "weight": 0.95263671875,</a:t>
            </a:r>
          </a:p>
          <a:p>
            <a:r>
              <a:t>          "signed_advantage": 1.4031051533529535</a:t>
            </a:r>
          </a:p>
          <a:p>
            <a:r>
              <a:t>        }</a:t>
            </a:r>
          </a:p>
          <a:p>
            <a:r>
              <a:t>      ],</a:t>
            </a:r>
          </a:p>
          <a:p>
            <a:r>
              <a:t>      "saved_weight_dtype": "torch.float16"</a:t>
            </a:r>
          </a:p>
          <a:p>
            <a:r>
              <a:t>    },</a:t>
            </a:r>
          </a:p>
          <a:p>
            <a:r>
              <a:t>    {</a:t>
            </a:r>
          </a:p>
          <a:p>
            <a:r>
              <a:t>      "key": "accountability",</a:t>
            </a:r>
          </a:p>
          <a:p>
            <a:r>
              <a:t>      "rollout": 2,</a:t>
            </a:r>
          </a:p>
          <a:p>
            <a:r>
              <a:t>      "row": 18,</a:t>
            </a:r>
          </a:p>
          <a:p>
            <a:r>
              <a:t>      "kind": "positive",</a:t>
            </a:r>
          </a:p>
          <a:p>
            <a:r>
              <a:t>      "title": "Giving concrete guidance",</a:t>
            </a:r>
          </a:p>
          <a:p>
            <a:r>
              <a:t>      "prompt_summary": "How can a company promote transparency and accountability?",</a:t>
            </a:r>
          </a:p>
          <a:p>
            <a:r>
              <a:t>      "excerpt": "Encourage leaders to model transparency and accountability, and hold them accountable for their actions and decisions.",</a:t>
            </a:r>
          </a:p>
          <a:p>
            <a:r>
              <a:t>      "advantage": 1.344076156616211,</a:t>
            </a:r>
          </a:p>
          <a:p>
            <a:r>
              <a:t>      "reward": 19.875,</a:t>
            </a:r>
          </a:p>
          <a:p>
            <a:r>
              <a:t>      "group_rank": 1,</a:t>
            </a:r>
          </a:p>
          <a:p>
            <a:r>
              <a:t>      "group_size": 8,</a:t>
            </a:r>
          </a:p>
          <a:p>
            <a:r>
              <a:t>      "prompt": "In what ways can a company create a culture of transparency and accountability in order to reduce the negative effects of office politics on employee morale and productivity?",</a:t>
            </a:r>
          </a:p>
          <a:p>
            <a:r>
              <a:t>      "full_response": "Creating a culture of transparency and accountability can significantly help in reducing the negative effects of office politics on employee morale and productivity. Here are some ways a company can achieve this:\n\n1. Establish and communicate clear values and expectations: Clearly articulate the company's values and set expectations for employees to be honest, transparent, and accountable in their work.\n\n2. Encourage open communication: Foster an environment where employees feel comfortable sharing their ideas, concerns, and opinions without fear of retaliation. This can promote healthy discussions and prevent hidden agendas.\n\n3. Facilitate feedback and performance evaluations: Regularly evaluate employees' performance, provide constructive feedback, and recognize their contributions. This helps to identify issues, improve efficiency, and address any conflicts before they escalate.\n\n4. Be open and transparent with decision-making: Involve employees in decision-making processes whenever possible. Share information about company goals, strategies, and challenges, and invite employees to contribute their ideas and suggestions.\n\n5. Address office politics directly: Recognize the presence of office politics and address it head-on. Create a system to discuss and resolve conflicts that may arise from office politics by having open conversations and treating everyone fairly.\n\n6. Promote leadership accountability: Encourage leaders to model transparency and accountability, and hold them accountable for their actions and decisions. This will set the tone for the rest of the company and encourage other employees to follow suit.\n\n7. Monitor progress and address issues: Regularly monitor the progress of projects and initiatives, highlighting successes and addressing setbacks. Any issues that arise should be addressed promptly to maintain trust and accountability.\n\n8. Foster a culture of continuous learning: Emphasize the importance of learning and development, encourage employees to take responsibility for their own growth, and offer opportunities for training and seminars.\n\n9. Implement fair processes: Develop fair processes for promotions, recognizing achievements, and handling grievances. Transparent policies and procedures help eliminate bias and promote equality.\n\n10. Invest in team-building and collaboration: Encourage collaboration among employees by organizing team-building activities and events. This helps to build trust and strengthened relationships, reducing the risk of office politics.\n\nBy implementing these strategies, a company can create a healthy work environment that promotes transparency, accountability, and open communication. This, in turn, can minimize the negative effects of office politics on employee morale and productivity.&lt;|endoftext|&gt;",</a:t>
            </a:r>
          </a:p>
          <a:p>
            <a:r>
              <a:t>      "token_start": 238,</a:t>
            </a:r>
          </a:p>
          <a:p>
            <a:r>
              <a:t>      "token_end_exclusive": 257,</a:t>
            </a:r>
          </a:p>
          <a:p>
            <a:r>
              <a:t>      "peak_position": 250,</a:t>
            </a:r>
          </a:p>
          <a:p>
            <a:r>
              <a:t>      "peak_weight": 4.0,</a:t>
            </a:r>
          </a:p>
          <a:p>
            <a:r>
              <a:t>      "tokens": [</a:t>
            </a:r>
          </a:p>
          <a:p>
            <a:r>
              <a:t>        {</a:t>
            </a:r>
          </a:p>
          <a:p>
            <a:r>
              <a:t>          "position": 238,</a:t>
            </a:r>
          </a:p>
          <a:p>
            <a:r>
              <a:t>          "token_id": 10751,</a:t>
            </a:r>
          </a:p>
          <a:p>
            <a:r>
              <a:t>          "text": " Enc",</a:t>
            </a:r>
          </a:p>
          <a:p>
            <a:r>
              <a:t>          "weight": 0.9169921875,</a:t>
            </a:r>
          </a:p>
          <a:p>
            <a:r>
              <a:t>          "signed_advantage": 1.2325073350220919</a:t>
            </a:r>
          </a:p>
          <a:p>
            <a:r>
              <a:t>        },</a:t>
            </a:r>
          </a:p>
          <a:p>
            <a:r>
              <a:t>        {</a:t>
            </a:r>
          </a:p>
          <a:p>
            <a:r>
              <a:t>          "position": 239,</a:t>
            </a:r>
          </a:p>
          <a:p>
            <a:r>
              <a:t>          "token_id": 60040,</a:t>
            </a:r>
          </a:p>
          <a:p>
            <a:r>
              <a:t>          "text": "ourage",</a:t>
            </a:r>
          </a:p>
          <a:p>
            <a:r>
              <a:t>          "weight": 0.9638671875,</a:t>
            </a:r>
          </a:p>
          <a:p>
            <a:r>
              <a:t>          "signed_advantage": 1.2955109048634768</a:t>
            </a:r>
          </a:p>
          <a:p>
            <a:r>
              <a:t>        },</a:t>
            </a:r>
          </a:p>
          <a:p>
            <a:r>
              <a:t>        {</a:t>
            </a:r>
          </a:p>
          <a:p>
            <a:r>
              <a:t>          "position": 240,</a:t>
            </a:r>
          </a:p>
          <a:p>
            <a:r>
              <a:t>          "token_id": 6036,</a:t>
            </a:r>
          </a:p>
          <a:p>
            <a:r>
              <a:t>          "text": " leaders",</a:t>
            </a:r>
          </a:p>
          <a:p>
            <a:r>
              <a:t>          "weight": 0.89013671875,</a:t>
            </a:r>
          </a:p>
          <a:p>
            <a:r>
              <a:t>          "signed_advantage": 1.196411539800465</a:t>
            </a:r>
          </a:p>
          <a:p>
            <a:r>
              <a:t>        },</a:t>
            </a:r>
          </a:p>
          <a:p>
            <a:r>
              <a:t>        {</a:t>
            </a:r>
          </a:p>
          <a:p>
            <a:r>
              <a:t>          "position": 241,</a:t>
            </a:r>
          </a:p>
          <a:p>
            <a:r>
              <a:t>          "token_id": 311,</a:t>
            </a:r>
          </a:p>
          <a:p>
            <a:r>
              <a:t>          "text": " to",</a:t>
            </a:r>
          </a:p>
          <a:p>
            <a:r>
              <a:t>          "weight": 0.91748046875,</a:t>
            </a:r>
          </a:p>
          <a:p>
            <a:r>
              <a:t>          "signed_advantage": 1.2331636222079396</a:t>
            </a:r>
          </a:p>
          <a:p>
            <a:r>
              <a:t>        },</a:t>
            </a:r>
          </a:p>
          <a:p>
            <a:r>
              <a:t>        {</a:t>
            </a:r>
          </a:p>
          <a:p>
            <a:r>
              <a:t>          "position": 242,</a:t>
            </a:r>
          </a:p>
          <a:p>
            <a:r>
              <a:t>          "token_id": 1614,</a:t>
            </a:r>
          </a:p>
          <a:p>
            <a:r>
              <a:t>          "text": " model",</a:t>
            </a:r>
          </a:p>
          <a:p>
            <a:r>
              <a:t>          "weight": 0.79736328125,</a:t>
            </a:r>
          </a:p>
          <a:p>
            <a:r>
              <a:t>          "signed_advantage": 1.0717169744893909</a:t>
            </a:r>
          </a:p>
          <a:p>
            <a:r>
              <a:t>        },</a:t>
            </a:r>
          </a:p>
          <a:p>
            <a:r>
              <a:t>        {</a:t>
            </a:r>
          </a:p>
          <a:p>
            <a:r>
              <a:t>          "position": 243,</a:t>
            </a:r>
          </a:p>
          <a:p>
            <a:r>
              <a:t>          "token_id": 27231,</a:t>
            </a:r>
          </a:p>
          <a:p>
            <a:r>
              <a:t>          "text": " transparency",</a:t>
            </a:r>
          </a:p>
          <a:p>
            <a:r>
              <a:t>          "weight": 0.85986328125,</a:t>
            </a:r>
          </a:p>
          <a:p>
            <a:r>
              <a:t>          "signed_advantage": 1.155721734277904</a:t>
            </a:r>
          </a:p>
          <a:p>
            <a:r>
              <a:t>        },</a:t>
            </a:r>
          </a:p>
          <a:p>
            <a:r>
              <a:t>        {</a:t>
            </a:r>
          </a:p>
          <a:p>
            <a:r>
              <a:t>          "position": 244,</a:t>
            </a:r>
          </a:p>
          <a:p>
            <a:r>
              <a:t>          "token_id": 323,</a:t>
            </a:r>
          </a:p>
          <a:p>
            <a:r>
              <a:t>          "text": " and",</a:t>
            </a:r>
          </a:p>
          <a:p>
            <a:r>
              <a:t>          "weight": 0.96875,</a:t>
            </a:r>
          </a:p>
          <a:p>
            <a:r>
              <a:t>          "signed_advantage": 1.3020737767219543</a:t>
            </a:r>
          </a:p>
          <a:p>
            <a:r>
              <a:t>        },</a:t>
            </a:r>
          </a:p>
          <a:p>
            <a:r>
              <a:t>        {</a:t>
            </a:r>
          </a:p>
          <a:p>
            <a:r>
              <a:t>          "position": 245,</a:t>
            </a:r>
          </a:p>
          <a:p>
            <a:r>
              <a:t>          "token_id": 38142,</a:t>
            </a:r>
          </a:p>
          <a:p>
            <a:r>
              <a:t>          "text": " accountability",</a:t>
            </a:r>
          </a:p>
          <a:p>
            <a:r>
              <a:t>          "weight": 0.9638671875,</a:t>
            </a:r>
          </a:p>
          <a:p>
            <a:r>
              <a:t>          "signed_advantage": 1.2955109048634768</a:t>
            </a:r>
          </a:p>
          <a:p>
            <a:r>
              <a:t>        },</a:t>
            </a:r>
          </a:p>
          <a:p>
            <a:r>
              <a:t>        {</a:t>
            </a:r>
          </a:p>
          <a:p>
            <a:r>
              <a:t>          "position": 246,</a:t>
            </a:r>
          </a:p>
          <a:p>
            <a:r>
              <a:t>          "token_id": 11,</a:t>
            </a:r>
          </a:p>
          <a:p>
            <a:r>
              <a:t>          "text": ",",</a:t>
            </a:r>
          </a:p>
          <a:p>
            <a:r>
              <a:t>          "weight": 1.0966796875,</a:t>
            </a:r>
          </a:p>
          <a:p>
            <a:r>
              <a:t>          "signed_advantage": 1.4740210194140673</a:t>
            </a:r>
          </a:p>
          <a:p>
            <a:r>
              <a:t>        },</a:t>
            </a:r>
          </a:p>
          <a:p>
            <a:r>
              <a:t>        {</a:t>
            </a:r>
          </a:p>
          <a:p>
            <a:r>
              <a:t>          "position": 247,</a:t>
            </a:r>
          </a:p>
          <a:p>
            <a:r>
              <a:t>          "token_id": 323,</a:t>
            </a:r>
          </a:p>
          <a:p>
            <a:r>
              <a:t>          "text": " and",</a:t>
            </a:r>
          </a:p>
          <a:p>
            <a:r>
              <a:t>          "weight": 0.89453125,</a:t>
            </a:r>
          </a:p>
          <a:p>
            <a:r>
              <a:t>          "signed_advantage": 1.202318124473095</a:t>
            </a:r>
          </a:p>
          <a:p>
            <a:r>
              <a:t>        },</a:t>
            </a:r>
          </a:p>
          <a:p>
            <a:r>
              <a:t>        {</a:t>
            </a:r>
          </a:p>
          <a:p>
            <a:r>
              <a:t>          "position": 248,</a:t>
            </a:r>
          </a:p>
          <a:p>
            <a:r>
              <a:t>          "token_id": 3331,</a:t>
            </a:r>
          </a:p>
          <a:p>
            <a:r>
              <a:t>          "text": " hold",</a:t>
            </a:r>
          </a:p>
          <a:p>
            <a:r>
              <a:t>          "weight": 0.9609375,</a:t>
            </a:r>
          </a:p>
          <a:p>
            <a:r>
              <a:t>          "signed_advantage": 1.2915731817483902</a:t>
            </a:r>
          </a:p>
          <a:p>
            <a:r>
              <a:t>        },</a:t>
            </a:r>
          </a:p>
          <a:p>
            <a:r>
              <a:t>        {</a:t>
            </a:r>
          </a:p>
          <a:p>
            <a:r>
              <a:t>          "position": 249,</a:t>
            </a:r>
          </a:p>
          <a:p>
            <a:r>
              <a:t>          "token_id": 1105,</a:t>
            </a:r>
          </a:p>
          <a:p>
            <a:r>
              <a:t>          "text": " them",</a:t>
            </a:r>
          </a:p>
          <a:p>
            <a:r>
              <a:t>          "weight": 0.9638671875,</a:t>
            </a:r>
          </a:p>
          <a:p>
            <a:r>
              <a:t>          "signed_advantage": 1.2955109048634768</a:t>
            </a:r>
          </a:p>
          <a:p>
            <a:r>
              <a:t>        },</a:t>
            </a:r>
          </a:p>
          <a:p>
            <a:r>
              <a:t>        {</a:t>
            </a:r>
          </a:p>
          <a:p>
            <a:r>
              <a:t>          "position": 250,</a:t>
            </a:r>
          </a:p>
          <a:p>
            <a:r>
              <a:t>          "token_id": 35877,</a:t>
            </a:r>
          </a:p>
          <a:p>
            <a:r>
              <a:t>          "text": " accountable",</a:t>
            </a:r>
          </a:p>
          <a:p>
            <a:r>
              <a:t>          "weight": 4.0,</a:t>
            </a:r>
          </a:p>
          <a:p>
            <a:r>
              <a:t>          "signed_advantage": 5.376304626464844</a:t>
            </a:r>
          </a:p>
          <a:p>
            <a:r>
              <a:t>        },</a:t>
            </a:r>
          </a:p>
          <a:p>
            <a:r>
              <a:t>        {</a:t>
            </a:r>
          </a:p>
          <a:p>
            <a:r>
              <a:t>          "position": 251,</a:t>
            </a:r>
          </a:p>
          <a:p>
            <a:r>
              <a:t>          "token_id": 369,</a:t>
            </a:r>
          </a:p>
          <a:p>
            <a:r>
              <a:t>          "text": " for",</a:t>
            </a:r>
          </a:p>
          <a:p>
            <a:r>
              <a:t>          "weight": 0.9658203125,</a:t>
            </a:r>
          </a:p>
          <a:p>
            <a:r>
              <a:t>          "signed_advantage": 1.2981360536068678</a:t>
            </a:r>
          </a:p>
          <a:p>
            <a:r>
              <a:t>        },</a:t>
            </a:r>
          </a:p>
          <a:p>
            <a:r>
              <a:t>        {</a:t>
            </a:r>
          </a:p>
          <a:p>
            <a:r>
              <a:t>          "position": 252,</a:t>
            </a:r>
          </a:p>
          <a:p>
            <a:r>
              <a:t>          "token_id": 862,</a:t>
            </a:r>
          </a:p>
          <a:p>
            <a:r>
              <a:t>          "text": " their",</a:t>
            </a:r>
          </a:p>
          <a:p>
            <a:r>
              <a:t>          "weight": 0.994140625,</a:t>
            </a:r>
          </a:p>
          <a:p>
            <a:r>
              <a:t>          "signed_advantage": 1.3362007103860378</a:t>
            </a:r>
          </a:p>
          <a:p>
            <a:r>
              <a:t>        },</a:t>
            </a:r>
          </a:p>
          <a:p>
            <a:r>
              <a:t>        {</a:t>
            </a:r>
          </a:p>
          <a:p>
            <a:r>
              <a:t>          "position": 253,</a:t>
            </a:r>
          </a:p>
          <a:p>
            <a:r>
              <a:t>          "token_id": 6168,</a:t>
            </a:r>
          </a:p>
          <a:p>
            <a:r>
              <a:t>          "text": " actions",</a:t>
            </a:r>
          </a:p>
          <a:p>
            <a:r>
              <a:t>          "weight": 0.96337890625,</a:t>
            </a:r>
          </a:p>
          <a:p>
            <a:r>
              <a:t>          "signed_advantage": 1.294854617677629</a:t>
            </a:r>
          </a:p>
          <a:p>
            <a:r>
              <a:t>        },</a:t>
            </a:r>
          </a:p>
          <a:p>
            <a:r>
              <a:t>        {</a:t>
            </a:r>
          </a:p>
          <a:p>
            <a:r>
              <a:t>          "position": 254,</a:t>
            </a:r>
          </a:p>
          <a:p>
            <a:r>
              <a:t>          "token_id": 323,</a:t>
            </a:r>
          </a:p>
          <a:p>
            <a:r>
              <a:t>          "text": " and",</a:t>
            </a:r>
          </a:p>
          <a:p>
            <a:r>
              <a:t>          "weight": 0.99755859375,</a:t>
            </a:r>
          </a:p>
          <a:p>
            <a:r>
              <a:t>          "signed_advantage": 1.3407947206869721</a:t>
            </a:r>
          </a:p>
          <a:p>
            <a:r>
              <a:t>        },</a:t>
            </a:r>
          </a:p>
          <a:p>
            <a:r>
              <a:t>        {</a:t>
            </a:r>
          </a:p>
          <a:p>
            <a:r>
              <a:t>          "position": 255,</a:t>
            </a:r>
          </a:p>
          <a:p>
            <a:r>
              <a:t>          "token_id": 11181,</a:t>
            </a:r>
          </a:p>
          <a:p>
            <a:r>
              <a:t>          "text": " decisions",</a:t>
            </a:r>
          </a:p>
          <a:p>
            <a:r>
              <a:t>          "weight": 0.96337890625,</a:t>
            </a:r>
          </a:p>
          <a:p>
            <a:r>
              <a:t>          "signed_advantage": 1.294854617677629</a:t>
            </a:r>
          </a:p>
          <a:p>
            <a:r>
              <a:t>        },</a:t>
            </a:r>
          </a:p>
          <a:p>
            <a:r>
              <a:t>        {</a:t>
            </a:r>
          </a:p>
          <a:p>
            <a:r>
              <a:t>          "position": 256,</a:t>
            </a:r>
          </a:p>
          <a:p>
            <a:r>
              <a:t>          "token_id": 13,</a:t>
            </a:r>
          </a:p>
          <a:p>
            <a:r>
              <a:t>          "text": ".",</a:t>
            </a:r>
          </a:p>
          <a:p>
            <a:r>
              <a:t>          "weight": 0.96044921875,</a:t>
            </a:r>
          </a:p>
          <a:p>
            <a:r>
              <a:t>          "signed_advantage": 1.2909168945625424</a:t>
            </a:r>
          </a:p>
          <a:p>
            <a:r>
              <a:t>        }</a:t>
            </a:r>
          </a:p>
          <a:p>
            <a:r>
              <a:t>      ],</a:t>
            </a:r>
          </a:p>
          <a:p>
            <a:r>
              <a:t>      "saved_weight_dtype": "torch.float16"</a:t>
            </a:r>
          </a:p>
          <a:p>
            <a:r>
              <a:t>    },</a:t>
            </a:r>
          </a:p>
          <a:p>
            <a:r>
              <a:t>    {</a:t>
            </a:r>
          </a:p>
          <a:p>
            <a:r>
              <a:t>      "key": "rainforest",</a:t>
            </a:r>
          </a:p>
          <a:p>
            <a:r>
              <a:t>      "rollout": 3,</a:t>
            </a:r>
          </a:p>
          <a:p>
            <a:r>
              <a:t>      "row": 31,</a:t>
            </a:r>
          </a:p>
          <a:p>
            <a:r>
              <a:t>      "kind": "negative",</a:t>
            </a:r>
          </a:p>
          <a:p>
            <a:r>
              <a:t>      "title": "Using a misleading category",</a:t>
            </a:r>
          </a:p>
          <a:p>
            <a:r>
              <a:t>      "prompt_summary": "What physical factors contribute to the Amazon Rainforest's distinct wildlife?",</a:t>
            </a:r>
          </a:p>
          <a:p>
            <a:r>
              <a:t>      "excerpt": "Tap water: The Amazon Rainforest has a high level of precipitation,",</a:t>
            </a:r>
          </a:p>
          <a:p>
            <a:r>
              <a:t>      "suffix": " …",</a:t>
            </a:r>
          </a:p>
          <a:p>
            <a:r>
              <a:t>      "advantage": -1.9361076354980469,</a:t>
            </a:r>
          </a:p>
          <a:p>
            <a:r>
              <a:t>      "reward": 4.1875,</a:t>
            </a:r>
          </a:p>
          <a:p>
            <a:r>
              <a:t>      "group_rank": 8,</a:t>
            </a:r>
          </a:p>
          <a:p>
            <a:r>
              <a:t>      "group_size": 8,</a:t>
            </a:r>
          </a:p>
          <a:p>
            <a:r>
              <a:t>      "prompt": "What physical factors contribute to the distinct wildlife in the Amazon Rainforest, and what is being done to protect endangered species from habitat loss?",</a:t>
            </a:r>
          </a:p>
          <a:p>
            <a:r>
              <a:t>      "full_response": "The Amazon Rainforest is home to an incredible diversity of flora and fauna, with more than 400 mammal species, 1,300 bird species, 120 reptile species, 400 amphibian species, and over 60,000 plant species. Several physical factors contribute to the distinct wildlife found in the Amazon Rainforest:\n\n1. Diverse habitats: The Amazon Rainforest has a vast range of habitats, including rivers, lakes, swamps, floodplains, and forest edges, which support a variety of ecosystems and provide diverse ecosystems for different species to thrive.\n2. Tap water: The Amazon Rainforest has a high level of precipitation, with an average of 2000–3000 mm (80–120 inches) per year, which provides an ample source of fresh water for the diverse range of animals and plants found in the rainforest.\n3. Soil and nutrients: The Amazon Rainforest soil is rich in nutrients, which support the growth of diverse flora and fauna.\n4. Temperature: The Amazon Rainforest has a relatively constant warm temperature throughout the year, which allows animals to remain active all year round.\n5. Altitude: The Amazon Rainforest has a wide range of altitudes, with species adapted to different elevations found throughout the region.\n6. Unique adaptations: Over millions of years, animals in the Amazon Rainforest have adapted to the environment and developed unique features to survive, such as camouflage, mimicry, and sharp claws.\n\nTo protect endangered species from habitat loss in the Amazon Rainforest, a range of conservation efforts are underway:\n\n1. Protected areas: Establishing protected areas, such as national parks and wildlife reserves, helps to safeguard habitats and ensure that vulnerable species are not impacted by deforestation and other forms of human intervention.\n2. Protected species: Designating certain species as threatened or endangered can help to raise awareness and direct conservation efforts towards their protection.\n3. Sustainable use: Promoting sustainable use of natural resources, such as through eco-tourism and responsible forest management, can help to balance conservation and economic interests.\n4. Restoration projects: Efforts to restore degraded habitats and reconnect fragmented ecosystems can help to improve the health of the Amazon Rainforest ecosystem.\n5. Education and awareness-raising: Raising public awareness of the importance of the Amazon Rainforest and its biodiversity can help to foster a greater appreciation for conservation efforts and encourage greater public support for their preservation.&lt;|endoftext|&gt;",</a:t>
            </a:r>
          </a:p>
          <a:p>
            <a:r>
              <a:t>      "token_start": 129,</a:t>
            </a:r>
          </a:p>
          <a:p>
            <a:r>
              <a:t>      "token_end_exclusive": 143,</a:t>
            </a:r>
          </a:p>
          <a:p>
            <a:r>
              <a:t>      "peak_position": 130,</a:t>
            </a:r>
          </a:p>
          <a:p>
            <a:r>
              <a:t>      "peak_weight": 4.0,</a:t>
            </a:r>
          </a:p>
          <a:p>
            <a:r>
              <a:t>      "tokens": [</a:t>
            </a:r>
          </a:p>
          <a:p>
            <a:r>
              <a:t>        {</a:t>
            </a:r>
          </a:p>
          <a:p>
            <a:r>
              <a:t>          "position": 129,</a:t>
            </a:r>
          </a:p>
          <a:p>
            <a:r>
              <a:t>          "token_id": 36134,</a:t>
            </a:r>
          </a:p>
          <a:p>
            <a:r>
              <a:t>          "text": " Tap",</a:t>
            </a:r>
          </a:p>
          <a:p>
            <a:r>
              <a:t>          "weight": 1.0390625,</a:t>
            </a:r>
          </a:p>
          <a:p>
            <a:r>
              <a:t>          "signed_advantage": -2.0117368400096893</a:t>
            </a:r>
          </a:p>
          <a:p>
            <a:r>
              <a:t>        },</a:t>
            </a:r>
          </a:p>
          <a:p>
            <a:r>
              <a:t>        {</a:t>
            </a:r>
          </a:p>
          <a:p>
            <a:r>
              <a:t>          "position": 130,</a:t>
            </a:r>
          </a:p>
          <a:p>
            <a:r>
              <a:t>          "token_id": 3015,</a:t>
            </a:r>
          </a:p>
          <a:p>
            <a:r>
              <a:t>          "text": " water",</a:t>
            </a:r>
          </a:p>
          <a:p>
            <a:r>
              <a:t>          "weight": 4.0,</a:t>
            </a:r>
          </a:p>
          <a:p>
            <a:r>
              <a:t>          "signed_advantage": -7.7444305419921875</a:t>
            </a:r>
          </a:p>
          <a:p>
            <a:r>
              <a:t>        },</a:t>
            </a:r>
          </a:p>
          <a:p>
            <a:r>
              <a:t>        {</a:t>
            </a:r>
          </a:p>
          <a:p>
            <a:r>
              <a:t>          "position": 131,</a:t>
            </a:r>
          </a:p>
          <a:p>
            <a:r>
              <a:t>          "token_id": 25,</a:t>
            </a:r>
          </a:p>
          <a:p>
            <a:r>
              <a:t>          "text": ":",</a:t>
            </a:r>
          </a:p>
          <a:p>
            <a:r>
              <a:t>          "weight": 0.78857421875,</a:t>
            </a:r>
          </a:p>
          <a:p>
            <a:r>
              <a:t>          "signed_advantage": -1.526764566078782</a:t>
            </a:r>
          </a:p>
          <a:p>
            <a:r>
              <a:t>        },</a:t>
            </a:r>
          </a:p>
          <a:p>
            <a:r>
              <a:t>        {</a:t>
            </a:r>
          </a:p>
          <a:p>
            <a:r>
              <a:t>          "position": 132,</a:t>
            </a:r>
          </a:p>
          <a:p>
            <a:r>
              <a:t>          "token_id": 576,</a:t>
            </a:r>
          </a:p>
          <a:p>
            <a:r>
              <a:t>          "text": " The",</a:t>
            </a:r>
          </a:p>
          <a:p>
            <a:r>
              <a:t>          "weight": 0.99267578125,</a:t>
            </a:r>
          </a:p>
          <a:p>
            <a:r>
              <a:t>          "signed_advantage": -1.921927159652114</a:t>
            </a:r>
          </a:p>
          <a:p>
            <a:r>
              <a:t>        },</a:t>
            </a:r>
          </a:p>
          <a:p>
            <a:r>
              <a:t>        {</a:t>
            </a:r>
          </a:p>
          <a:p>
            <a:r>
              <a:t>          "position": 133,</a:t>
            </a:r>
          </a:p>
          <a:p>
            <a:r>
              <a:t>          "token_id": 8176,</a:t>
            </a:r>
          </a:p>
          <a:p>
            <a:r>
              <a:t>          "text": " Amazon",</a:t>
            </a:r>
          </a:p>
          <a:p>
            <a:r>
              <a:t>          "weight": 0.9990234375,</a:t>
            </a:r>
          </a:p>
          <a:p>
            <a:r>
              <a:t>          "signed_advantage": -1.9342169053852558</a:t>
            </a:r>
          </a:p>
          <a:p>
            <a:r>
              <a:t>        },</a:t>
            </a:r>
          </a:p>
          <a:p>
            <a:r>
              <a:t>        {</a:t>
            </a:r>
          </a:p>
          <a:p>
            <a:r>
              <a:t>          "position": 134,</a:t>
            </a:r>
          </a:p>
          <a:p>
            <a:r>
              <a:t>          "token_id": 21911,</a:t>
            </a:r>
          </a:p>
          <a:p>
            <a:r>
              <a:t>          "text": " Rain",</a:t>
            </a:r>
          </a:p>
          <a:p>
            <a:r>
              <a:t>          "weight": 1.07421875,</a:t>
            </a:r>
          </a:p>
          <a:p>
            <a:r>
              <a:t>          "signed_advantage": -2.0798031240701675</a:t>
            </a:r>
          </a:p>
          <a:p>
            <a:r>
              <a:t>        },</a:t>
            </a:r>
          </a:p>
          <a:p>
            <a:r>
              <a:t>        {</a:t>
            </a:r>
          </a:p>
          <a:p>
            <a:r>
              <a:t>          "position": 135,</a:t>
            </a:r>
          </a:p>
          <a:p>
            <a:r>
              <a:t>          "token_id": 50655,</a:t>
            </a:r>
          </a:p>
          <a:p>
            <a:r>
              <a:t>          "text": "forest",</a:t>
            </a:r>
          </a:p>
          <a:p>
            <a:r>
              <a:t>          "weight": 0.9931640625,</a:t>
            </a:r>
          </a:p>
          <a:p>
            <a:r>
              <a:t>          "signed_advantage": -1.9228725247085094</a:t>
            </a:r>
          </a:p>
          <a:p>
            <a:r>
              <a:t>        },</a:t>
            </a:r>
          </a:p>
          <a:p>
            <a:r>
              <a:t>        {</a:t>
            </a:r>
          </a:p>
          <a:p>
            <a:r>
              <a:t>          "position": 136,</a:t>
            </a:r>
          </a:p>
          <a:p>
            <a:r>
              <a:t>          "token_id": 702,</a:t>
            </a:r>
          </a:p>
          <a:p>
            <a:r>
              <a:t>          "text": " has",</a:t>
            </a:r>
          </a:p>
          <a:p>
            <a:r>
              <a:t>          "weight": 1.0146484375,</a:t>
            </a:r>
          </a:p>
          <a:p>
            <a:r>
              <a:t>          "signed_advantage": -1.9644685871899128</a:t>
            </a:r>
          </a:p>
          <a:p>
            <a:r>
              <a:t>        },</a:t>
            </a:r>
          </a:p>
          <a:p>
            <a:r>
              <a:t>        {</a:t>
            </a:r>
          </a:p>
          <a:p>
            <a:r>
              <a:t>          "position": 137,</a:t>
            </a:r>
          </a:p>
          <a:p>
            <a:r>
              <a:t>          "token_id": 264,</a:t>
            </a:r>
          </a:p>
          <a:p>
            <a:r>
              <a:t>          "text": " a",</a:t>
            </a:r>
          </a:p>
          <a:p>
            <a:r>
              <a:t>          "weight": 1.005859375,</a:t>
            </a:r>
          </a:p>
          <a:p>
            <a:r>
              <a:t>          "signed_advantage": -1.9474520161747932</a:t>
            </a:r>
          </a:p>
          <a:p>
            <a:r>
              <a:t>        },</a:t>
            </a:r>
          </a:p>
          <a:p>
            <a:r>
              <a:t>        {</a:t>
            </a:r>
          </a:p>
          <a:p>
            <a:r>
              <a:t>          "position": 138,</a:t>
            </a:r>
          </a:p>
          <a:p>
            <a:r>
              <a:t>          "token_id": 1550,</a:t>
            </a:r>
          </a:p>
          <a:p>
            <a:r>
              <a:t>          "text": " high",</a:t>
            </a:r>
          </a:p>
          <a:p>
            <a:r>
              <a:t>          "weight": 0.9970703125,</a:t>
            </a:r>
          </a:p>
          <a:p>
            <a:r>
              <a:t>          "signed_advantage": -1.9304354451596737</a:t>
            </a:r>
          </a:p>
          <a:p>
            <a:r>
              <a:t>        },</a:t>
            </a:r>
          </a:p>
          <a:p>
            <a:r>
              <a:t>        {</a:t>
            </a:r>
          </a:p>
          <a:p>
            <a:r>
              <a:t>          "position": 139,</a:t>
            </a:r>
          </a:p>
          <a:p>
            <a:r>
              <a:t>          "token_id": 2188,</a:t>
            </a:r>
          </a:p>
          <a:p>
            <a:r>
              <a:t>          "text": " level",</a:t>
            </a:r>
          </a:p>
          <a:p>
            <a:r>
              <a:t>          "weight": 0.9931640625,</a:t>
            </a:r>
          </a:p>
          <a:p>
            <a:r>
              <a:t>          "signed_advantage": -1.9228725247085094</a:t>
            </a:r>
          </a:p>
          <a:p>
            <a:r>
              <a:t>        },</a:t>
            </a:r>
          </a:p>
          <a:p>
            <a:r>
              <a:t>        {</a:t>
            </a:r>
          </a:p>
          <a:p>
            <a:r>
              <a:t>          "position": 140,</a:t>
            </a:r>
          </a:p>
          <a:p>
            <a:r>
              <a:t>          "token_id": 315,</a:t>
            </a:r>
          </a:p>
          <a:p>
            <a:r>
              <a:t>          "text": " of",</a:t>
            </a:r>
          </a:p>
          <a:p>
            <a:r>
              <a:t>          "weight": 0.9931640625,</a:t>
            </a:r>
          </a:p>
          <a:p>
            <a:r>
              <a:t>          "signed_advantage": -1.9228725247085094</a:t>
            </a:r>
          </a:p>
          <a:p>
            <a:r>
              <a:t>        },</a:t>
            </a:r>
          </a:p>
          <a:p>
            <a:r>
              <a:t>        {</a:t>
            </a:r>
          </a:p>
          <a:p>
            <a:r>
              <a:t>          "position": 141,</a:t>
            </a:r>
          </a:p>
          <a:p>
            <a:r>
              <a:t>          "token_id": 59950,</a:t>
            </a:r>
          </a:p>
          <a:p>
            <a:r>
              <a:t>          "text": " precipitation",</a:t>
            </a:r>
          </a:p>
          <a:p>
            <a:r>
              <a:t>          "weight": 1.03515625,</a:t>
            </a:r>
          </a:p>
          <a:p>
            <a:r>
              <a:t>          "signed_advantage": -2.004173919558525</a:t>
            </a:r>
          </a:p>
          <a:p>
            <a:r>
              <a:t>        },</a:t>
            </a:r>
          </a:p>
          <a:p>
            <a:r>
              <a:t>        {</a:t>
            </a:r>
          </a:p>
          <a:p>
            <a:r>
              <a:t>          "position": 142,</a:t>
            </a:r>
          </a:p>
          <a:p>
            <a:r>
              <a:t>          "token_id": 11,</a:t>
            </a:r>
          </a:p>
          <a:p>
            <a:r>
              <a:t>          "text": ",",</a:t>
            </a:r>
          </a:p>
          <a:p>
            <a:r>
              <a:t>          "weight": 0.99169921875,</a:t>
            </a:r>
          </a:p>
          <a:p>
            <a:r>
              <a:t>          "signed_advantage": -1.9200364295393229</a:t>
            </a:r>
          </a:p>
          <a:p>
            <a:r>
              <a:t>        }</a:t>
            </a:r>
          </a:p>
          <a:p>
            <a:r>
              <a:t>      ],</a:t>
            </a:r>
          </a:p>
          <a:p>
            <a:r>
              <a:t>      "saved_weight_dtype": "torch.float16"</a:t>
            </a:r>
          </a:p>
          <a:p>
            <a:r>
              <a:t>    },</a:t>
            </a:r>
          </a:p>
          <a:p>
            <a:r>
              <a:t>    {</a:t>
            </a:r>
          </a:p>
          <a:p>
            <a:r>
              <a:t>      "key": "deduplication",</a:t>
            </a:r>
          </a:p>
          <a:p>
            <a:r>
              <a:t>      "rollout": 1,</a:t>
            </a:r>
          </a:p>
          <a:p>
            <a:r>
              <a:t>      "row": 45,</a:t>
            </a:r>
          </a:p>
          <a:p>
            <a:r>
              <a:t>      "kind": "negative",</a:t>
            </a:r>
          </a:p>
          <a:p>
            <a:r>
              <a:t>      "title": "Producing an invalid string transformation",</a:t>
            </a:r>
          </a:p>
          <a:p>
            <a:r>
              <a:t>      "prompt_summary": "Remove duplicate characters from QFAWjYIbRIJWvLvKLmdNsW.",</a:t>
            </a:r>
          </a:p>
          <a:p>
            <a:r>
              <a:t>      "excerpt": "here is the output without duplicate characters:\n\nQFAWjYIKmsNbvmdw",</a:t>
            </a:r>
          </a:p>
          <a:p>
            <a:r>
              <a:t>      "prefix": "… ",</a:t>
            </a:r>
          </a:p>
          <a:p>
            <a:r>
              <a:t>      "monospace": true,</a:t>
            </a:r>
          </a:p>
          <a:p>
            <a:r>
              <a:t>      "reference": "QFAWjYIbRJvLKmdNs",</a:t>
            </a:r>
          </a:p>
          <a:p>
            <a:r>
              <a:t>      "advantage": -2.161689043045044,</a:t>
            </a:r>
          </a:p>
          <a:p>
            <a:r>
              <a:t>      "reward": -4.625,</a:t>
            </a:r>
          </a:p>
          <a:p>
            <a:r>
              <a:t>      "group_rank": 8,</a:t>
            </a:r>
          </a:p>
          <a:p>
            <a:r>
              <a:t>      "group_size": 8,</a:t>
            </a:r>
          </a:p>
          <a:p>
            <a:r>
              <a:t>      "prompt": "Given the task definition and input, reply with output. In this task, you are given a string of characters. You need to remove duplicate characters from the string if any, and return the resulting string.\n\nQFAWjYIbRIJWvLvKLmdNsW\n",</a:t>
            </a:r>
          </a:p>
          <a:p>
            <a:r>
              <a:t>      "full_response": "This code represents the given string, with duplicate characters highlighted:\n\nQFAWjYIbRIJWvLvKLmdNsW\n\nGPT-3 has done a great job, but here is the output without duplicate characters:\n\nQFAWjYIKmsNbvmdw&lt;|endoftext|&gt;",</a:t>
            </a:r>
          </a:p>
          <a:p>
            <a:r>
              <a:t>      "token_start": 40,</a:t>
            </a:r>
          </a:p>
          <a:p>
            <a:r>
              <a:t>      "token_end_exclusive": 59,</a:t>
            </a:r>
          </a:p>
          <a:p>
            <a:r>
              <a:t>      "peak_position": 56,</a:t>
            </a:r>
          </a:p>
          <a:p>
            <a:r>
              <a:t>      "peak_weight": 4.0,</a:t>
            </a:r>
          </a:p>
          <a:p>
            <a:r>
              <a:t>      "tokens": [</a:t>
            </a:r>
          </a:p>
          <a:p>
            <a:r>
              <a:t>        {</a:t>
            </a:r>
          </a:p>
          <a:p>
            <a:r>
              <a:t>          "position": 40,</a:t>
            </a:r>
          </a:p>
          <a:p>
            <a:r>
              <a:t>          "token_id": 1588,</a:t>
            </a:r>
          </a:p>
          <a:p>
            <a:r>
              <a:t>          "text": " here",</a:t>
            </a:r>
          </a:p>
          <a:p>
            <a:r>
              <a:t>          "weight": 0.85498046875,</a:t>
            </a:r>
          </a:p>
          <a:p>
            <a:r>
              <a:t>          "signed_advantage": -1.8482019113143906</a:t>
            </a:r>
          </a:p>
          <a:p>
            <a:r>
              <a:t>        },</a:t>
            </a:r>
          </a:p>
          <a:p>
            <a:r>
              <a:t>        {</a:t>
            </a:r>
          </a:p>
          <a:p>
            <a:r>
              <a:t>          "position": 41,</a:t>
            </a:r>
          </a:p>
          <a:p>
            <a:r>
              <a:t>          "token_id": 374,</a:t>
            </a:r>
          </a:p>
          <a:p>
            <a:r>
              <a:t>          "text": " is",</a:t>
            </a:r>
          </a:p>
          <a:p>
            <a:r>
              <a:t>          "weight": 0.8046875,</a:t>
            </a:r>
          </a:p>
          <a:p>
            <a:r>
              <a:t>          "signed_advantage": -1.7394841518253088</a:t>
            </a:r>
          </a:p>
          <a:p>
            <a:r>
              <a:t>        },</a:t>
            </a:r>
          </a:p>
          <a:p>
            <a:r>
              <a:t>        {</a:t>
            </a:r>
          </a:p>
          <a:p>
            <a:r>
              <a:t>          "position": 42,</a:t>
            </a:r>
          </a:p>
          <a:p>
            <a:r>
              <a:t>          "token_id": 279,</a:t>
            </a:r>
          </a:p>
          <a:p>
            <a:r>
              <a:t>          "text": " the",</a:t>
            </a:r>
          </a:p>
          <a:p>
            <a:r>
              <a:t>          "weight": 0.7001953125,</a:t>
            </a:r>
          </a:p>
          <a:p>
            <a:r>
              <a:t>          "signed_advantage": -1.5136045350227505</a:t>
            </a:r>
          </a:p>
          <a:p>
            <a:r>
              <a:t>        },</a:t>
            </a:r>
          </a:p>
          <a:p>
            <a:r>
              <a:t>        {</a:t>
            </a:r>
          </a:p>
          <a:p>
            <a:r>
              <a:t>          "position": 43,</a:t>
            </a:r>
          </a:p>
          <a:p>
            <a:r>
              <a:t>          "token_id": 2550,</a:t>
            </a:r>
          </a:p>
          <a:p>
            <a:r>
              <a:t>          "text": " output",</a:t>
            </a:r>
          </a:p>
          <a:p>
            <a:r>
              <a:t>          "weight": 0.8740234375,</a:t>
            </a:r>
          </a:p>
          <a:p>
            <a:r>
              <a:t>          "signed_advantage": -1.8893668882083148</a:t>
            </a:r>
          </a:p>
          <a:p>
            <a:r>
              <a:t>        },</a:t>
            </a:r>
          </a:p>
          <a:p>
            <a:r>
              <a:t>        {</a:t>
            </a:r>
          </a:p>
          <a:p>
            <a:r>
              <a:t>          "position": 44,</a:t>
            </a:r>
          </a:p>
          <a:p>
            <a:r>
              <a:t>          "token_id": 2041,</a:t>
            </a:r>
          </a:p>
          <a:p>
            <a:r>
              <a:t>          "text": " without",</a:t>
            </a:r>
          </a:p>
          <a:p>
            <a:r>
              <a:t>          "weight": 0.51904296875,</a:t>
            </a:r>
          </a:p>
          <a:p>
            <a:r>
              <a:t>          "signed_advantage": -1.1220094984164461</a:t>
            </a:r>
          </a:p>
          <a:p>
            <a:r>
              <a:t>        },</a:t>
            </a:r>
          </a:p>
          <a:p>
            <a:r>
              <a:t>        {</a:t>
            </a:r>
          </a:p>
          <a:p>
            <a:r>
              <a:t>          "position": 45,</a:t>
            </a:r>
          </a:p>
          <a:p>
            <a:r>
              <a:t>          "token_id": 22513,</a:t>
            </a:r>
          </a:p>
          <a:p>
            <a:r>
              <a:t>          "text": " duplicate",</a:t>
            </a:r>
          </a:p>
          <a:p>
            <a:r>
              <a:t>          "weight": 1.1826171875,</a:t>
            </a:r>
          </a:p>
          <a:p>
            <a:r>
              <a:t>          "signed_advantage": -2.5564506163354963</a:t>
            </a:r>
          </a:p>
          <a:p>
            <a:r>
              <a:t>        },</a:t>
            </a:r>
          </a:p>
          <a:p>
            <a:r>
              <a:t>        {</a:t>
            </a:r>
          </a:p>
          <a:p>
            <a:r>
              <a:t>          "position": 46,</a:t>
            </a:r>
          </a:p>
          <a:p>
            <a:r>
              <a:t>          "token_id": 5766,</a:t>
            </a:r>
          </a:p>
          <a:p>
            <a:r>
              <a:t>          "text": " characters",</a:t>
            </a:r>
          </a:p>
          <a:p>
            <a:r>
              <a:t>          "weight": 0.93505859375,</a:t>
            </a:r>
          </a:p>
          <a:p>
            <a:r>
              <a:t>          "signed_advantage": -2.021305916714482</a:t>
            </a:r>
          </a:p>
          <a:p>
            <a:r>
              <a:t>        },</a:t>
            </a:r>
          </a:p>
          <a:p>
            <a:r>
              <a:t>        {</a:t>
            </a:r>
          </a:p>
          <a:p>
            <a:r>
              <a:t>          "position": 47,</a:t>
            </a:r>
          </a:p>
          <a:p>
            <a:r>
              <a:t>          "token_id": 1447,</a:t>
            </a:r>
          </a:p>
          <a:p>
            <a:r>
              <a:t>          "text": ":\n\n",</a:t>
            </a:r>
          </a:p>
          <a:p>
            <a:r>
              <a:t>          "weight": 0.91845703125,</a:t>
            </a:r>
          </a:p>
          <a:p>
            <a:r>
              <a:t>          "signed_advantage": -1.9854185009608045</a:t>
            </a:r>
          </a:p>
          <a:p>
            <a:r>
              <a:t>        },</a:t>
            </a:r>
          </a:p>
          <a:p>
            <a:r>
              <a:t>        {</a:t>
            </a:r>
          </a:p>
          <a:p>
            <a:r>
              <a:t>          "position": 48,</a:t>
            </a:r>
          </a:p>
          <a:p>
            <a:r>
              <a:t>          "token_id": 48,</a:t>
            </a:r>
          </a:p>
          <a:p>
            <a:r>
              <a:t>          "text": "Q",</a:t>
            </a:r>
          </a:p>
          <a:p>
            <a:r>
              <a:t>          "weight": 0.93310546875,</a:t>
            </a:r>
          </a:p>
          <a:p>
            <a:r>
              <a:t>          "signed_advantage": -2.0170838678022847</a:t>
            </a:r>
          </a:p>
          <a:p>
            <a:r>
              <a:t>        },</a:t>
            </a:r>
          </a:p>
          <a:p>
            <a:r>
              <a:t>        {</a:t>
            </a:r>
          </a:p>
          <a:p>
            <a:r>
              <a:t>          "position": 49,</a:t>
            </a:r>
          </a:p>
          <a:p>
            <a:r>
              <a:t>          "token_id": 3627,</a:t>
            </a:r>
          </a:p>
          <a:p>
            <a:r>
              <a:t>          "text": "FA",</a:t>
            </a:r>
          </a:p>
          <a:p>
            <a:r>
              <a:t>          "weight": 1.0556640625,</a:t>
            </a:r>
          </a:p>
          <a:p>
            <a:r>
              <a:t>          "signed_advantage": -2.2820174370426685</a:t>
            </a:r>
          </a:p>
          <a:p>
            <a:r>
              <a:t>        },</a:t>
            </a:r>
          </a:p>
          <a:p>
            <a:r>
              <a:t>        {</a:t>
            </a:r>
          </a:p>
          <a:p>
            <a:r>
              <a:t>          "position": 50,</a:t>
            </a:r>
          </a:p>
          <a:p>
            <a:r>
              <a:t>          "token_id": 54,</a:t>
            </a:r>
          </a:p>
          <a:p>
            <a:r>
              <a:t>          "text": "W",</a:t>
            </a:r>
          </a:p>
          <a:p>
            <a:r>
              <a:t>          "weight": 0.9365234375,</a:t>
            </a:r>
          </a:p>
          <a:p>
            <a:r>
              <a:t>          "signed_advantage": -2.02447245339863</a:t>
            </a:r>
          </a:p>
          <a:p>
            <a:r>
              <a:t>        },</a:t>
            </a:r>
          </a:p>
          <a:p>
            <a:r>
              <a:t>        {</a:t>
            </a:r>
          </a:p>
          <a:p>
            <a:r>
              <a:t>          "position": 51,</a:t>
            </a:r>
          </a:p>
          <a:p>
            <a:r>
              <a:t>          "token_id": 73,</a:t>
            </a:r>
          </a:p>
          <a:p>
            <a:r>
              <a:t>          "text": "j",</a:t>
            </a:r>
          </a:p>
          <a:p>
            <a:r>
              <a:t>          "weight": 0.9912109375,</a:t>
            </a:r>
          </a:p>
          <a:p>
            <a:r>
              <a:t>          "signed_advantage": -2.142689822940156</a:t>
            </a:r>
          </a:p>
          <a:p>
            <a:r>
              <a:t>        },</a:t>
            </a:r>
          </a:p>
          <a:p>
            <a:r>
              <a:t>        {</a:t>
            </a:r>
          </a:p>
          <a:p>
            <a:r>
              <a:t>          "position": 52,</a:t>
            </a:r>
          </a:p>
          <a:p>
            <a:r>
              <a:t>          "token_id": 56,</a:t>
            </a:r>
          </a:p>
          <a:p>
            <a:r>
              <a:t>          "text": "Y",</a:t>
            </a:r>
          </a:p>
          <a:p>
            <a:r>
              <a:t>          "weight": 0.94091796875,</a:t>
            </a:r>
          </a:p>
          <a:p>
            <a:r>
              <a:t>          "signed_advantage": -2.033972063451074</a:t>
            </a:r>
          </a:p>
          <a:p>
            <a:r>
              <a:t>        },</a:t>
            </a:r>
          </a:p>
          <a:p>
            <a:r>
              <a:t>        {</a:t>
            </a:r>
          </a:p>
          <a:p>
            <a:r>
              <a:t>          "position": 53,</a:t>
            </a:r>
          </a:p>
          <a:p>
            <a:r>
              <a:t>          "token_id": 28561,</a:t>
            </a:r>
          </a:p>
          <a:p>
            <a:r>
              <a:t>          "text": "IK",</a:t>
            </a:r>
          </a:p>
          <a:p>
            <a:r>
              <a:t>          "weight": 1.47265625,</a:t>
            </a:r>
          </a:p>
          <a:p>
            <a:r>
              <a:t>          "signed_advantage": -3.183424879796803</a:t>
            </a:r>
          </a:p>
          <a:p>
            <a:r>
              <a:t>        },</a:t>
            </a:r>
          </a:p>
          <a:p>
            <a:r>
              <a:t>        {</a:t>
            </a:r>
          </a:p>
          <a:p>
            <a:r>
              <a:t>          "position": 54,</a:t>
            </a:r>
          </a:p>
          <a:p>
            <a:r>
              <a:t>          "token_id": 1011,</a:t>
            </a:r>
          </a:p>
          <a:p>
            <a:r>
              <a:t>          "text": "ms",</a:t>
            </a:r>
          </a:p>
          <a:p>
            <a:r>
              <a:t>          "weight": 1.294921875,</a:t>
            </a:r>
          </a:p>
          <a:p>
            <a:r>
              <a:t>          "signed_advantage": -2.799218428786844</a:t>
            </a:r>
          </a:p>
          <a:p>
            <a:r>
              <a:t>        },</a:t>
            </a:r>
          </a:p>
          <a:p>
            <a:r>
              <a:t>        {</a:t>
            </a:r>
          </a:p>
          <a:p>
            <a:r>
              <a:t>          "position": 55,</a:t>
            </a:r>
          </a:p>
          <a:p>
            <a:r>
              <a:t>          "token_id": 45,</a:t>
            </a:r>
          </a:p>
          <a:p>
            <a:r>
              <a:t>          "text": "N",</a:t>
            </a:r>
          </a:p>
          <a:p>
            <a:r>
              <a:t>          "weight": 1.162109375,</a:t>
            </a:r>
          </a:p>
          <a:p>
            <a:r>
              <a:t>          "signed_advantage": -2.512119102757424</a:t>
            </a:r>
          </a:p>
          <a:p>
            <a:r>
              <a:t>        },</a:t>
            </a:r>
          </a:p>
          <a:p>
            <a:r>
              <a:t>        {</a:t>
            </a:r>
          </a:p>
          <a:p>
            <a:r>
              <a:t>          "position": 56,</a:t>
            </a:r>
          </a:p>
          <a:p>
            <a:r>
              <a:t>          "token_id": 54929,</a:t>
            </a:r>
          </a:p>
          <a:p>
            <a:r>
              <a:t>          "text": "bv",</a:t>
            </a:r>
          </a:p>
          <a:p>
            <a:r>
              <a:t>          "weight": 4.0,</a:t>
            </a:r>
          </a:p>
          <a:p>
            <a:r>
              <a:t>          "signed_advantage": -8.646756172180176</a:t>
            </a:r>
          </a:p>
          <a:p>
            <a:r>
              <a:t>        },</a:t>
            </a:r>
          </a:p>
          <a:p>
            <a:r>
              <a:t>        {</a:t>
            </a:r>
          </a:p>
          <a:p>
            <a:r>
              <a:t>          "position": 57,</a:t>
            </a:r>
          </a:p>
          <a:p>
            <a:r>
              <a:t>          "token_id": 2277,</a:t>
            </a:r>
          </a:p>
          <a:p>
            <a:r>
              <a:t>          "text": "md",</a:t>
            </a:r>
          </a:p>
          <a:p>
            <a:r>
              <a:t>          "weight": 0.58642578125,</a:t>
            </a:r>
          </a:p>
          <a:p>
            <a:r>
              <a:t>          "signed_advantage": -1.2676701858872548</a:t>
            </a:r>
          </a:p>
          <a:p>
            <a:r>
              <a:t>        },</a:t>
            </a:r>
          </a:p>
          <a:p>
            <a:r>
              <a:t>        {</a:t>
            </a:r>
          </a:p>
          <a:p>
            <a:r>
              <a:t>          "position": 58,</a:t>
            </a:r>
          </a:p>
          <a:p>
            <a:r>
              <a:t>          "token_id": 86,</a:t>
            </a:r>
          </a:p>
          <a:p>
            <a:r>
              <a:t>          "text": "w",</a:t>
            </a:r>
          </a:p>
          <a:p>
            <a:r>
              <a:t>          "weight": 0.97802734375,</a:t>
            </a:r>
          </a:p>
          <a:p>
            <a:r>
              <a:t>          "signed_advantage": -2.1141909927828237</a:t>
            </a:r>
          </a:p>
          <a:p>
            <a:r>
              <a:t>        }</a:t>
            </a:r>
          </a:p>
          <a:p>
            <a:r>
              <a:t>      ],</a:t>
            </a:r>
          </a:p>
          <a:p>
            <a:r>
              <a:t>      "saved_weight_dtype": "torch.float16"</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NATIVE OBJECTS. Text lines and colored token rectangles are separate. Double-click a case group, or use Selection Pane / Ungroup to edit. If changing wording or font size, realign the highlight rectangles. Colors represent saved positive credit weights, not token reward labels. These are manually selected qualitative examples.</a:t>
            </a:r>
          </a:p>
          <a:p/>
          <a:p>
            <a:r>
              <a:t>{</a:t>
            </a:r>
          </a:p>
          <a:p>
            <a:r>
              <a:t>  "color_scale": "((w - 0.25) / 3.75) ** 0.5",</a:t>
            </a:r>
          </a:p>
          <a:p>
            <a:r>
              <a:t>  "cases": [</a:t>
            </a:r>
          </a:p>
          <a:p>
            <a:r>
              <a:t>    {</a:t>
            </a:r>
          </a:p>
          <a:p>
            <a:r>
              <a:t>      "key": "terminology",</a:t>
            </a:r>
          </a:p>
          <a:p>
            <a:r>
              <a:t>      "rollout": 1,</a:t>
            </a:r>
          </a:p>
          <a:p>
            <a:r>
              <a:t>      "row": 48,</a:t>
            </a:r>
          </a:p>
          <a:p>
            <a:r>
              <a:t>      "kind": "positive",</a:t>
            </a:r>
          </a:p>
          <a:p>
            <a:r>
              <a:t>      "title": "Refining an imprecise term",</a:t>
            </a:r>
          </a:p>
          <a:p>
            <a:r>
              <a:t>      "prompt_summary": "What are the lasting legacies of the Greek Empire?",</a:t>
            </a:r>
          </a:p>
          <a:p>
            <a:r>
              <a:t>      "excerpt": "The Greek Empire, or more accurately, Ancient Greece, has left a lasting legacy in various aspects of our world today.",</a:t>
            </a:r>
          </a:p>
          <a:p>
            <a:r>
              <a:t>      "advantage": 1.4728648662567139,</a:t>
            </a:r>
          </a:p>
          <a:p>
            <a:r>
              <a:t>      "reward": 5.5625,</a:t>
            </a:r>
          </a:p>
          <a:p>
            <a:r>
              <a:t>      "group_rank": 1,</a:t>
            </a:r>
          </a:p>
          <a:p>
            <a:r>
              <a:t>      "group_size": 8,</a:t>
            </a:r>
          </a:p>
          <a:p>
            <a:r>
              <a:t>      "prompt": "What are the lasting legacies of the Greek Empire, and how do they continue to shape our world today?",</a:t>
            </a:r>
          </a:p>
          <a:p>
            <a:r>
              <a:t>      "full_response": "The Greek Empire, or more accurately, Ancient Greece, has left a lasting legacy in various aspects of our world today. Here are some of the significant legacies:\n\n1. Democracy: Ancient Greece is credited with introducing the concept of democracy, which is the foundation of many modern-day governments. Athenian democracy, for instance, involved citizens participating in the decision-making process by voting on important issues.\n\n2. Philosophy: The city of Athens was the birthplace of Western philosophy. Prominent Greek philosophers, such as Socrates, Plato, and Aristotle, have had a significant impact on modern thought and scholarship.\n\n3. Architecture: Greek architecture has been a major influence in Western architecture, with the use of columns, pediments, and friezes being widely recognized. Famous architectural structures like the Parthenon and the Acropolis are key examples of this.\n\n4. Theater: Ancient Greek theatre contributed profoundly to the development of classical theatre. Greek theatre influenced the development of tragedies, comedies, and the concept of using masks, costumes, and scenery.\n\n5. Literature: Greek mythology, which encompasses the stories of gods, heroes, and monsters, has influenced literature and art for centuries. Works by famous Greek writers, such as Homer and Hesiod, continue to be studied and appreciated today.\n\n6. Mathematics and Science: Ancient Greek mathematicians like Euclid and Archimedes made significant contributions to the fields of mathematics and science. Their work laid the foundation for many modern discoveries and advancements in various disciplines.\n\n7. Western Art: Greek art's emphasis on idealized human form and naturalistic representation has influenced Western art through the ages. Famous sculptors like Phidias and Praxiteles created masterpieces that inspired generations of artists.\n\n8. Medical Research: The ancient Greeks made strides in the field of medicine. Physicians like Hippocrates, known as the \"father of medicine,\" established medicine as a distinct discipline.\n\n9. Education: The Greek emphasis on education, particularly in the areas of literature, philosophy, and art, promoted intellectual discussion and critical thinking, influenced by Socrates's method of questioning.\n\n10. Language: Many words and terms from the Greek language have been assimilated into English and other languages, especially in the realm of science, literature, and everyday expressions.\n\nThese legacies continue to shape our world today by influencing our societies, beliefs, educational systems, and various forms of art and literature. They serve as a reminder of the importance of human knowledge and creativity in guiding the development of civilization.&lt;|endoftext|&gt;",</a:t>
            </a:r>
          </a:p>
          <a:p>
            <a:r>
              <a:t>      "token_start": 0,</a:t>
            </a:r>
          </a:p>
          <a:p>
            <a:r>
              <a:t>      "token_end_exclusive": 24,</a:t>
            </a:r>
          </a:p>
          <a:p>
            <a:r>
              <a:t>      "peak_position": 6,</a:t>
            </a:r>
          </a:p>
          <a:p>
            <a:r>
              <a:t>      "peak_weight": 4.0,</a:t>
            </a:r>
          </a:p>
          <a:p>
            <a:r>
              <a:t>      "tokens": [</a:t>
            </a:r>
          </a:p>
          <a:p>
            <a:r>
              <a:t>        {</a:t>
            </a:r>
          </a:p>
          <a:p>
            <a:r>
              <a:t>          "position": 0,</a:t>
            </a:r>
          </a:p>
          <a:p>
            <a:r>
              <a:t>          "token_id": 785,</a:t>
            </a:r>
          </a:p>
          <a:p>
            <a:r>
              <a:t>          "text": "The",</a:t>
            </a:r>
          </a:p>
          <a:p>
            <a:r>
              <a:t>          "weight": 0.82470703125,</a:t>
            </a:r>
          </a:p>
          <a:p>
            <a:r>
              <a:t>          "signed_advantage": 1.2146820112830028</a:t>
            </a:r>
          </a:p>
          <a:p>
            <a:r>
              <a:t>        },</a:t>
            </a:r>
          </a:p>
          <a:p>
            <a:r>
              <a:t>        {</a:t>
            </a:r>
          </a:p>
          <a:p>
            <a:r>
              <a:t>          "position": 1,</a:t>
            </a:r>
          </a:p>
          <a:p>
            <a:r>
              <a:t>          "token_id": 17860,</a:t>
            </a:r>
          </a:p>
          <a:p>
            <a:r>
              <a:t>          "text": " Greek",</a:t>
            </a:r>
          </a:p>
          <a:p>
            <a:r>
              <a:t>          "weight": 0.461669921875,</a:t>
            </a:r>
          </a:p>
          <a:p>
            <a:r>
              <a:t>          "signed_advantage": 0.6799774077371694</a:t>
            </a:r>
          </a:p>
          <a:p>
            <a:r>
              <a:t>        },</a:t>
            </a:r>
          </a:p>
          <a:p>
            <a:r>
              <a:t>        {</a:t>
            </a:r>
          </a:p>
          <a:p>
            <a:r>
              <a:t>          "position": 2,</a:t>
            </a:r>
          </a:p>
          <a:p>
            <a:r>
              <a:t>          "token_id": 20448,</a:t>
            </a:r>
          </a:p>
          <a:p>
            <a:r>
              <a:t>          "text": " Empire",</a:t>
            </a:r>
          </a:p>
          <a:p>
            <a:r>
              <a:t>          "weight": 0.96533203125,</a:t>
            </a:r>
          </a:p>
          <a:p>
            <a:r>
              <a:t>          "signed_advantage": 1.4218036331003532</a:t>
            </a:r>
          </a:p>
          <a:p>
            <a:r>
              <a:t>        },</a:t>
            </a:r>
          </a:p>
          <a:p>
            <a:r>
              <a:t>        {</a:t>
            </a:r>
          </a:p>
          <a:p>
            <a:r>
              <a:t>          "position": 3,</a:t>
            </a:r>
          </a:p>
          <a:p>
            <a:r>
              <a:t>          "token_id": 11,</a:t>
            </a:r>
          </a:p>
          <a:p>
            <a:r>
              <a:t>          "text": ",",</a:t>
            </a:r>
          </a:p>
          <a:p>
            <a:r>
              <a:t>          "weight": 0.94091796875,</a:t>
            </a:r>
          </a:p>
          <a:p>
            <a:r>
              <a:t>          "signed_advantage": 1.3858450182015076</a:t>
            </a:r>
          </a:p>
          <a:p>
            <a:r>
              <a:t>        },</a:t>
            </a:r>
          </a:p>
          <a:p>
            <a:r>
              <a:t>        {</a:t>
            </a:r>
          </a:p>
          <a:p>
            <a:r>
              <a:t>          "position": 4,</a:t>
            </a:r>
          </a:p>
          <a:p>
            <a:r>
              <a:t>          "token_id": 476,</a:t>
            </a:r>
          </a:p>
          <a:p>
            <a:r>
              <a:t>          "text": " or",</a:t>
            </a:r>
          </a:p>
          <a:p>
            <a:r>
              <a:t>          "weight": 1.46875,</a:t>
            </a:r>
          </a:p>
          <a:p>
            <a:r>
              <a:t>          "signed_advantage": 2.1632702723145485</a:t>
            </a:r>
          </a:p>
          <a:p>
            <a:r>
              <a:t>        },</a:t>
            </a:r>
          </a:p>
          <a:p>
            <a:r>
              <a:t>        {</a:t>
            </a:r>
          </a:p>
          <a:p>
            <a:r>
              <a:t>          "position": 5,</a:t>
            </a:r>
          </a:p>
          <a:p>
            <a:r>
              <a:t>          "token_id": 803,</a:t>
            </a:r>
          </a:p>
          <a:p>
            <a:r>
              <a:t>          "text": " more",</a:t>
            </a:r>
          </a:p>
          <a:p>
            <a:r>
              <a:t>          "weight": 0.50927734375,</a:t>
            </a:r>
          </a:p>
          <a:p>
            <a:r>
              <a:t>          "signed_advantage": 0.7500967067899182</a:t>
            </a:r>
          </a:p>
          <a:p>
            <a:r>
              <a:t>        },</a:t>
            </a:r>
          </a:p>
          <a:p>
            <a:r>
              <a:t>        {</a:t>
            </a:r>
          </a:p>
          <a:p>
            <a:r>
              <a:t>          "position": 6,</a:t>
            </a:r>
          </a:p>
          <a:p>
            <a:r>
              <a:t>          "token_id": 29257,</a:t>
            </a:r>
          </a:p>
          <a:p>
            <a:r>
              <a:t>          "text": " accurately",</a:t>
            </a:r>
          </a:p>
          <a:p>
            <a:r>
              <a:t>          "weight": 4.0,</a:t>
            </a:r>
          </a:p>
          <a:p>
            <a:r>
              <a:t>          "signed_advantage": 5.8914594650268555</a:t>
            </a:r>
          </a:p>
          <a:p>
            <a:r>
              <a:t>        },</a:t>
            </a:r>
          </a:p>
          <a:p>
            <a:r>
              <a:t>        {</a:t>
            </a:r>
          </a:p>
          <a:p>
            <a:r>
              <a:t>          "position": 7,</a:t>
            </a:r>
          </a:p>
          <a:p>
            <a:r>
              <a:t>          "token_id": 11,</a:t>
            </a:r>
          </a:p>
          <a:p>
            <a:r>
              <a:t>          "text": ",",</a:t>
            </a:r>
          </a:p>
          <a:p>
            <a:r>
              <a:t>          "weight": 1.3310546875,</a:t>
            </a:r>
          </a:p>
          <a:p>
            <a:r>
              <a:t>          "signed_advantage": 1.9604636842850596</a:t>
            </a:r>
          </a:p>
          <a:p>
            <a:r>
              <a:t>        },</a:t>
            </a:r>
          </a:p>
          <a:p>
            <a:r>
              <a:t>        {</a:t>
            </a:r>
          </a:p>
          <a:p>
            <a:r>
              <a:t>          "position": 8,</a:t>
            </a:r>
          </a:p>
          <a:p>
            <a:r>
              <a:t>          "token_id": 36950,</a:t>
            </a:r>
          </a:p>
          <a:p>
            <a:r>
              <a:t>          "text": " Ancient",</a:t>
            </a:r>
          </a:p>
          <a:p>
            <a:r>
              <a:t>          "weight": 1.2822265625,</a:t>
            </a:r>
          </a:p>
          <a:p>
            <a:r>
              <a:t>          "signed_advantage": 1.8885464544873685</a:t>
            </a:r>
          </a:p>
          <a:p>
            <a:r>
              <a:t>        },</a:t>
            </a:r>
          </a:p>
          <a:p>
            <a:r>
              <a:t>        {</a:t>
            </a:r>
          </a:p>
          <a:p>
            <a:r>
              <a:t>          "position": 9,</a:t>
            </a:r>
          </a:p>
          <a:p>
            <a:r>
              <a:t>          "token_id": 24427,</a:t>
            </a:r>
          </a:p>
          <a:p>
            <a:r>
              <a:t>          "text": " Greece",</a:t>
            </a:r>
          </a:p>
          <a:p>
            <a:r>
              <a:t>          "weight": 1.16015625,</a:t>
            </a:r>
          </a:p>
          <a:p>
            <a:r>
              <a:t>          "signed_advantage": 1.7087533799931407</a:t>
            </a:r>
          </a:p>
          <a:p>
            <a:r>
              <a:t>        },</a:t>
            </a:r>
          </a:p>
          <a:p>
            <a:r>
              <a:t>        {</a:t>
            </a:r>
          </a:p>
          <a:p>
            <a:r>
              <a:t>          "position": 10,</a:t>
            </a:r>
          </a:p>
          <a:p>
            <a:r>
              <a:t>          "token_id": 11,</a:t>
            </a:r>
          </a:p>
          <a:p>
            <a:r>
              <a:t>          "text": ",",</a:t>
            </a:r>
          </a:p>
          <a:p>
            <a:r>
              <a:t>          "weight": 0.9765625,</a:t>
            </a:r>
          </a:p>
          <a:p>
            <a:r>
              <a:t>          "signed_advantage": 1.4383445959538221</a:t>
            </a:r>
          </a:p>
          <a:p>
            <a:r>
              <a:t>        },</a:t>
            </a:r>
          </a:p>
          <a:p>
            <a:r>
              <a:t>        {</a:t>
            </a:r>
          </a:p>
          <a:p>
            <a:r>
              <a:t>          "position": 11,</a:t>
            </a:r>
          </a:p>
          <a:p>
            <a:r>
              <a:t>          "token_id": 702,</a:t>
            </a:r>
          </a:p>
          <a:p>
            <a:r>
              <a:t>          "text": " has",</a:t>
            </a:r>
          </a:p>
          <a:p>
            <a:r>
              <a:t>          "weight": 1.1806640625,</a:t>
            </a:r>
          </a:p>
          <a:p>
            <a:r>
              <a:t>          "signed_advantage": 1.738958616508171</a:t>
            </a:r>
          </a:p>
          <a:p>
            <a:r>
              <a:t>        },</a:t>
            </a:r>
          </a:p>
          <a:p>
            <a:r>
              <a:t>        {</a:t>
            </a:r>
          </a:p>
          <a:p>
            <a:r>
              <a:t>          "position": 12,</a:t>
            </a:r>
          </a:p>
          <a:p>
            <a:r>
              <a:t>          "token_id": 2115,</a:t>
            </a:r>
          </a:p>
          <a:p>
            <a:r>
              <a:t>          "text": " left",</a:t>
            </a:r>
          </a:p>
          <a:p>
            <a:r>
              <a:t>          "weight": 1.41015625,</a:t>
            </a:r>
          </a:p>
          <a:p>
            <a:r>
              <a:t>          "signed_advantage": 2.076969596557319</a:t>
            </a:r>
          </a:p>
          <a:p>
            <a:r>
              <a:t>        },</a:t>
            </a:r>
          </a:p>
          <a:p>
            <a:r>
              <a:t>        {</a:t>
            </a:r>
          </a:p>
          <a:p>
            <a:r>
              <a:t>          "position": 13,</a:t>
            </a:r>
          </a:p>
          <a:p>
            <a:r>
              <a:t>          "token_id": 264,</a:t>
            </a:r>
          </a:p>
          <a:p>
            <a:r>
              <a:t>          "text": " a",</a:t>
            </a:r>
          </a:p>
          <a:p>
            <a:r>
              <a:t>          "weight": 1.013671875,</a:t>
            </a:r>
          </a:p>
          <a:p>
            <a:r>
              <a:t>          "signed_advantage": 1.4930016906000674</a:t>
            </a:r>
          </a:p>
          <a:p>
            <a:r>
              <a:t>        },</a:t>
            </a:r>
          </a:p>
          <a:p>
            <a:r>
              <a:t>        {</a:t>
            </a:r>
          </a:p>
          <a:p>
            <a:r>
              <a:t>          "position": 14,</a:t>
            </a:r>
          </a:p>
          <a:p>
            <a:r>
              <a:t>          "token_id": 28769,</a:t>
            </a:r>
          </a:p>
          <a:p>
            <a:r>
              <a:t>          "text": " lasting",</a:t>
            </a:r>
          </a:p>
          <a:p>
            <a:r>
              <a:t>          "weight": 1.9189453125,</a:t>
            </a:r>
          </a:p>
          <a:p>
            <a:r>
              <a:t>          "signed_advantage": 2.8263471310492605</a:t>
            </a:r>
          </a:p>
          <a:p>
            <a:r>
              <a:t>        },</a:t>
            </a:r>
          </a:p>
          <a:p>
            <a:r>
              <a:t>        {</a:t>
            </a:r>
          </a:p>
          <a:p>
            <a:r>
              <a:t>          "position": 15,</a:t>
            </a:r>
          </a:p>
          <a:p>
            <a:r>
              <a:t>          "token_id": 19588,</a:t>
            </a:r>
          </a:p>
          <a:p>
            <a:r>
              <a:t>          "text": " legacy",</a:t>
            </a:r>
          </a:p>
          <a:p>
            <a:r>
              <a:t>          "weight": 1.73046875,</a:t>
            </a:r>
          </a:p>
          <a:p>
            <a:r>
              <a:t>          "signed_advantage": 2.548746624030173</a:t>
            </a:r>
          </a:p>
          <a:p>
            <a:r>
              <a:t>        },</a:t>
            </a:r>
          </a:p>
          <a:p>
            <a:r>
              <a:t>        {</a:t>
            </a:r>
          </a:p>
          <a:p>
            <a:r>
              <a:t>          "position": 16,</a:t>
            </a:r>
          </a:p>
          <a:p>
            <a:r>
              <a:t>          "token_id": 304,</a:t>
            </a:r>
          </a:p>
          <a:p>
            <a:r>
              <a:t>          "text": " in",</a:t>
            </a:r>
          </a:p>
          <a:p>
            <a:r>
              <a:t>          "weight": 1.05859375,</a:t>
            </a:r>
          </a:p>
          <a:p>
            <a:r>
              <a:t>          "signed_advantage": 1.5591655420139432</a:t>
            </a:r>
          </a:p>
          <a:p>
            <a:r>
              <a:t>        },</a:t>
            </a:r>
          </a:p>
          <a:p>
            <a:r>
              <a:t>        {</a:t>
            </a:r>
          </a:p>
          <a:p>
            <a:r>
              <a:t>          "position": 17,</a:t>
            </a:r>
          </a:p>
          <a:p>
            <a:r>
              <a:t>          "token_id": 5257,</a:t>
            </a:r>
          </a:p>
          <a:p>
            <a:r>
              <a:t>          "text": " various",</a:t>
            </a:r>
          </a:p>
          <a:p>
            <a:r>
              <a:t>          "weight": 0.98876953125,</a:t>
            </a:r>
          </a:p>
          <a:p>
            <a:r>
              <a:t>          "signed_advantage": 1.456323903403245</a:t>
            </a:r>
          </a:p>
          <a:p>
            <a:r>
              <a:t>        },</a:t>
            </a:r>
          </a:p>
          <a:p>
            <a:r>
              <a:t>        {</a:t>
            </a:r>
          </a:p>
          <a:p>
            <a:r>
              <a:t>          "position": 18,</a:t>
            </a:r>
          </a:p>
          <a:p>
            <a:r>
              <a:t>          "token_id": 13566,</a:t>
            </a:r>
          </a:p>
          <a:p>
            <a:r>
              <a:t>          "text": " aspects",</a:t>
            </a:r>
          </a:p>
          <a:p>
            <a:r>
              <a:t>          "weight": 1.037109375,</a:t>
            </a:r>
          </a:p>
          <a:p>
            <a:r>
              <a:t>          "signed_advantage": 1.527521960902959</a:t>
            </a:r>
          </a:p>
          <a:p>
            <a:r>
              <a:t>        },</a:t>
            </a:r>
          </a:p>
          <a:p>
            <a:r>
              <a:t>        {</a:t>
            </a:r>
          </a:p>
          <a:p>
            <a:r>
              <a:t>          "position": 19,</a:t>
            </a:r>
          </a:p>
          <a:p>
            <a:r>
              <a:t>          "token_id": 315,</a:t>
            </a:r>
          </a:p>
          <a:p>
            <a:r>
              <a:t>          "text": " of",</a:t>
            </a:r>
          </a:p>
          <a:p>
            <a:r>
              <a:t>          "weight": 0.9873046875,</a:t>
            </a:r>
          </a:p>
          <a:p>
            <a:r>
              <a:t>          "signed_advantage": 1.4541663865093142</a:t>
            </a:r>
          </a:p>
          <a:p>
            <a:r>
              <a:t>        },</a:t>
            </a:r>
          </a:p>
          <a:p>
            <a:r>
              <a:t>        {</a:t>
            </a:r>
          </a:p>
          <a:p>
            <a:r>
              <a:t>          "position": 20,</a:t>
            </a:r>
          </a:p>
          <a:p>
            <a:r>
              <a:t>          "token_id": 1039,</a:t>
            </a:r>
          </a:p>
          <a:p>
            <a:r>
              <a:t>          "text": " our",</a:t>
            </a:r>
          </a:p>
          <a:p>
            <a:r>
              <a:t>          "weight": 1.7646484375,</a:t>
            </a:r>
          </a:p>
          <a:p>
            <a:r>
              <a:t>          "signed_advantage": 2.5990886848885566</a:t>
            </a:r>
          </a:p>
          <a:p>
            <a:r>
              <a:t>        },</a:t>
            </a:r>
          </a:p>
          <a:p>
            <a:r>
              <a:t>        {</a:t>
            </a:r>
          </a:p>
          <a:p>
            <a:r>
              <a:t>          "position": 21,</a:t>
            </a:r>
          </a:p>
          <a:p>
            <a:r>
              <a:t>          "token_id": 1879,</a:t>
            </a:r>
          </a:p>
          <a:p>
            <a:r>
              <a:t>          "text": " world",</a:t>
            </a:r>
          </a:p>
          <a:p>
            <a:r>
              <a:t>          "weight": 1.087890625,</a:t>
            </a:r>
          </a:p>
          <a:p>
            <a:r>
              <a:t>          "signed_advantage": 1.6023158798925579</a:t>
            </a:r>
          </a:p>
          <a:p>
            <a:r>
              <a:t>        },</a:t>
            </a:r>
          </a:p>
          <a:p>
            <a:r>
              <a:t>        {</a:t>
            </a:r>
          </a:p>
          <a:p>
            <a:r>
              <a:t>          "position": 22,</a:t>
            </a:r>
          </a:p>
          <a:p>
            <a:r>
              <a:t>          "token_id": 3351,</a:t>
            </a:r>
          </a:p>
          <a:p>
            <a:r>
              <a:t>          "text": " today",</a:t>
            </a:r>
          </a:p>
          <a:p>
            <a:r>
              <a:t>          "weight": 1.1357421875,</a:t>
            </a:r>
          </a:p>
          <a:p>
            <a:r>
              <a:t>          "signed_advantage": 1.6727947650942951</a:t>
            </a:r>
          </a:p>
          <a:p>
            <a:r>
              <a:t>        },</a:t>
            </a:r>
          </a:p>
          <a:p>
            <a:r>
              <a:t>        {</a:t>
            </a:r>
          </a:p>
          <a:p>
            <a:r>
              <a:t>          "position": 23,</a:t>
            </a:r>
          </a:p>
          <a:p>
            <a:r>
              <a:t>          "token_id": 13,</a:t>
            </a:r>
          </a:p>
          <a:p>
            <a:r>
              <a:t>          "text": ".",</a:t>
            </a:r>
          </a:p>
          <a:p>
            <a:r>
              <a:t>          "weight": 0.95263671875,</a:t>
            </a:r>
          </a:p>
          <a:p>
            <a:r>
              <a:t>          "signed_advantage": 1.4031051533529535</a:t>
            </a:r>
          </a:p>
          <a:p>
            <a:r>
              <a:t>        }</a:t>
            </a:r>
          </a:p>
          <a:p>
            <a:r>
              <a:t>      ],</a:t>
            </a:r>
          </a:p>
          <a:p>
            <a:r>
              <a:t>      "saved_weight_dtype": "torch.float16"</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NATIVE OBJECTS. Text lines and colored token rectangles are separate. Double-click a case group, or use Selection Pane / Ungroup to edit. If changing wording or font size, realign the highlight rectangles. Colors represent saved positive credit weights, not token reward labels. These are manually selected qualitative examples.</a:t>
            </a:r>
          </a:p>
          <a:p/>
          <a:p>
            <a:r>
              <a:t>{</a:t>
            </a:r>
          </a:p>
          <a:p>
            <a:r>
              <a:t>  "color_scale": "((w - 0.25) / 3.75) ** 0.5",</a:t>
            </a:r>
          </a:p>
          <a:p>
            <a:r>
              <a:t>  "cases": [</a:t>
            </a:r>
          </a:p>
          <a:p>
            <a:r>
              <a:t>    {</a:t>
            </a:r>
          </a:p>
          <a:p>
            <a:r>
              <a:t>      "key": "accountability",</a:t>
            </a:r>
          </a:p>
          <a:p>
            <a:r>
              <a:t>      "rollout": 2,</a:t>
            </a:r>
          </a:p>
          <a:p>
            <a:r>
              <a:t>      "row": 18,</a:t>
            </a:r>
          </a:p>
          <a:p>
            <a:r>
              <a:t>      "kind": "positive",</a:t>
            </a:r>
          </a:p>
          <a:p>
            <a:r>
              <a:t>      "title": "Giving concrete guidance",</a:t>
            </a:r>
          </a:p>
          <a:p>
            <a:r>
              <a:t>      "prompt_summary": "How can a company promote transparency and accountability?",</a:t>
            </a:r>
          </a:p>
          <a:p>
            <a:r>
              <a:t>      "excerpt": "Encourage leaders to model transparency and accountability, and hold them accountable for their actions and decisions.",</a:t>
            </a:r>
          </a:p>
          <a:p>
            <a:r>
              <a:t>      "advantage": 1.344076156616211,</a:t>
            </a:r>
          </a:p>
          <a:p>
            <a:r>
              <a:t>      "reward": 19.875,</a:t>
            </a:r>
          </a:p>
          <a:p>
            <a:r>
              <a:t>      "group_rank": 1,</a:t>
            </a:r>
          </a:p>
          <a:p>
            <a:r>
              <a:t>      "group_size": 8,</a:t>
            </a:r>
          </a:p>
          <a:p>
            <a:r>
              <a:t>      "prompt": "In what ways can a company create a culture of transparency and accountability in order to reduce the negative effects of office politics on employee morale and productivity?",</a:t>
            </a:r>
          </a:p>
          <a:p>
            <a:r>
              <a:t>      "full_response": "Creating a culture of transparency and accountability can significantly help in reducing the negative effects of office politics on employee morale and productivity. Here are some ways a company can achieve this:\n\n1. Establish and communicate clear values and expectations: Clearly articulate the company's values and set expectations for employees to be honest, transparent, and accountable in their work.\n\n2. Encourage open communication: Foster an environment where employees feel comfortable sharing their ideas, concerns, and opinions without fear of retaliation. This can promote healthy discussions and prevent hidden agendas.\n\n3. Facilitate feedback and performance evaluations: Regularly evaluate employees' performance, provide constructive feedback, and recognize their contributions. This helps to identify issues, improve efficiency, and address any conflicts before they escalate.\n\n4. Be open and transparent with decision-making: Involve employees in decision-making processes whenever possible. Share information about company goals, strategies, and challenges, and invite employees to contribute their ideas and suggestions.\n\n5. Address office politics directly: Recognize the presence of office politics and address it head-on. Create a system to discuss and resolve conflicts that may arise from office politics by having open conversations and treating everyone fairly.\n\n6. Promote leadership accountability: Encourage leaders to model transparency and accountability, and hold them accountable for their actions and decisions. This will set the tone for the rest of the company and encourage other employees to follow suit.\n\n7. Monitor progress and address issues: Regularly monitor the progress of projects and initiatives, highlighting successes and addressing setbacks. Any issues that arise should be addressed promptly to maintain trust and accountability.\n\n8. Foster a culture of continuous learning: Emphasize the importance of learning and development, encourage employees to take responsibility for their own growth, and offer opportunities for training and seminars.\n\n9. Implement fair processes: Develop fair processes for promotions, recognizing achievements, and handling grievances. Transparent policies and procedures help eliminate bias and promote equality.\n\n10. Invest in team-building and collaboration: Encourage collaboration among employees by organizing team-building activities and events. This helps to build trust and strengthened relationships, reducing the risk of office politics.\n\nBy implementing these strategies, a company can create a healthy work environment that promotes transparency, accountability, and open communication. This, in turn, can minimize the negative effects of office politics on employee morale and productivity.&lt;|endoftext|&gt;",</a:t>
            </a:r>
          </a:p>
          <a:p>
            <a:r>
              <a:t>      "token_start": 238,</a:t>
            </a:r>
          </a:p>
          <a:p>
            <a:r>
              <a:t>      "token_end_exclusive": 257,</a:t>
            </a:r>
          </a:p>
          <a:p>
            <a:r>
              <a:t>      "peak_position": 250,</a:t>
            </a:r>
          </a:p>
          <a:p>
            <a:r>
              <a:t>      "peak_weight": 4.0,</a:t>
            </a:r>
          </a:p>
          <a:p>
            <a:r>
              <a:t>      "tokens": [</a:t>
            </a:r>
          </a:p>
          <a:p>
            <a:r>
              <a:t>        {</a:t>
            </a:r>
          </a:p>
          <a:p>
            <a:r>
              <a:t>          "position": 238,</a:t>
            </a:r>
          </a:p>
          <a:p>
            <a:r>
              <a:t>          "token_id": 10751,</a:t>
            </a:r>
          </a:p>
          <a:p>
            <a:r>
              <a:t>          "text": " Enc",</a:t>
            </a:r>
          </a:p>
          <a:p>
            <a:r>
              <a:t>          "weight": 0.9169921875,</a:t>
            </a:r>
          </a:p>
          <a:p>
            <a:r>
              <a:t>          "signed_advantage": 1.2325073350220919</a:t>
            </a:r>
          </a:p>
          <a:p>
            <a:r>
              <a:t>        },</a:t>
            </a:r>
          </a:p>
          <a:p>
            <a:r>
              <a:t>        {</a:t>
            </a:r>
          </a:p>
          <a:p>
            <a:r>
              <a:t>          "position": 239,</a:t>
            </a:r>
          </a:p>
          <a:p>
            <a:r>
              <a:t>          "token_id": 60040,</a:t>
            </a:r>
          </a:p>
          <a:p>
            <a:r>
              <a:t>          "text": "ourage",</a:t>
            </a:r>
          </a:p>
          <a:p>
            <a:r>
              <a:t>          "weight": 0.9638671875,</a:t>
            </a:r>
          </a:p>
          <a:p>
            <a:r>
              <a:t>          "signed_advantage": 1.2955109048634768</a:t>
            </a:r>
          </a:p>
          <a:p>
            <a:r>
              <a:t>        },</a:t>
            </a:r>
          </a:p>
          <a:p>
            <a:r>
              <a:t>        {</a:t>
            </a:r>
          </a:p>
          <a:p>
            <a:r>
              <a:t>          "position": 240,</a:t>
            </a:r>
          </a:p>
          <a:p>
            <a:r>
              <a:t>          "token_id": 6036,</a:t>
            </a:r>
          </a:p>
          <a:p>
            <a:r>
              <a:t>          "text": " leaders",</a:t>
            </a:r>
          </a:p>
          <a:p>
            <a:r>
              <a:t>          "weight": 0.89013671875,</a:t>
            </a:r>
          </a:p>
          <a:p>
            <a:r>
              <a:t>          "signed_advantage": 1.196411539800465</a:t>
            </a:r>
          </a:p>
          <a:p>
            <a:r>
              <a:t>        },</a:t>
            </a:r>
          </a:p>
          <a:p>
            <a:r>
              <a:t>        {</a:t>
            </a:r>
          </a:p>
          <a:p>
            <a:r>
              <a:t>          "position": 241,</a:t>
            </a:r>
          </a:p>
          <a:p>
            <a:r>
              <a:t>          "token_id": 311,</a:t>
            </a:r>
          </a:p>
          <a:p>
            <a:r>
              <a:t>          "text": " to",</a:t>
            </a:r>
          </a:p>
          <a:p>
            <a:r>
              <a:t>          "weight": 0.91748046875,</a:t>
            </a:r>
          </a:p>
          <a:p>
            <a:r>
              <a:t>          "signed_advantage": 1.2331636222079396</a:t>
            </a:r>
          </a:p>
          <a:p>
            <a:r>
              <a:t>        },</a:t>
            </a:r>
          </a:p>
          <a:p>
            <a:r>
              <a:t>        {</a:t>
            </a:r>
          </a:p>
          <a:p>
            <a:r>
              <a:t>          "position": 242,</a:t>
            </a:r>
          </a:p>
          <a:p>
            <a:r>
              <a:t>          "token_id": 1614,</a:t>
            </a:r>
          </a:p>
          <a:p>
            <a:r>
              <a:t>          "text": " model",</a:t>
            </a:r>
          </a:p>
          <a:p>
            <a:r>
              <a:t>          "weight": 0.79736328125,</a:t>
            </a:r>
          </a:p>
          <a:p>
            <a:r>
              <a:t>          "signed_advantage": 1.0717169744893909</a:t>
            </a:r>
          </a:p>
          <a:p>
            <a:r>
              <a:t>        },</a:t>
            </a:r>
          </a:p>
          <a:p>
            <a:r>
              <a:t>        {</a:t>
            </a:r>
          </a:p>
          <a:p>
            <a:r>
              <a:t>          "position": 243,</a:t>
            </a:r>
          </a:p>
          <a:p>
            <a:r>
              <a:t>          "token_id": 27231,</a:t>
            </a:r>
          </a:p>
          <a:p>
            <a:r>
              <a:t>          "text": " transparency",</a:t>
            </a:r>
          </a:p>
          <a:p>
            <a:r>
              <a:t>          "weight": 0.85986328125,</a:t>
            </a:r>
          </a:p>
          <a:p>
            <a:r>
              <a:t>          "signed_advantage": 1.155721734277904</a:t>
            </a:r>
          </a:p>
          <a:p>
            <a:r>
              <a:t>        },</a:t>
            </a:r>
          </a:p>
          <a:p>
            <a:r>
              <a:t>        {</a:t>
            </a:r>
          </a:p>
          <a:p>
            <a:r>
              <a:t>          "position": 244,</a:t>
            </a:r>
          </a:p>
          <a:p>
            <a:r>
              <a:t>          "token_id": 323,</a:t>
            </a:r>
          </a:p>
          <a:p>
            <a:r>
              <a:t>          "text": " and",</a:t>
            </a:r>
          </a:p>
          <a:p>
            <a:r>
              <a:t>          "weight": 0.96875,</a:t>
            </a:r>
          </a:p>
          <a:p>
            <a:r>
              <a:t>          "signed_advantage": 1.3020737767219543</a:t>
            </a:r>
          </a:p>
          <a:p>
            <a:r>
              <a:t>        },</a:t>
            </a:r>
          </a:p>
          <a:p>
            <a:r>
              <a:t>        {</a:t>
            </a:r>
          </a:p>
          <a:p>
            <a:r>
              <a:t>          "position": 245,</a:t>
            </a:r>
          </a:p>
          <a:p>
            <a:r>
              <a:t>          "token_id": 38142,</a:t>
            </a:r>
          </a:p>
          <a:p>
            <a:r>
              <a:t>          "text": " accountability",</a:t>
            </a:r>
          </a:p>
          <a:p>
            <a:r>
              <a:t>          "weight": 0.9638671875,</a:t>
            </a:r>
          </a:p>
          <a:p>
            <a:r>
              <a:t>          "signed_advantage": 1.2955109048634768</a:t>
            </a:r>
          </a:p>
          <a:p>
            <a:r>
              <a:t>        },</a:t>
            </a:r>
          </a:p>
          <a:p>
            <a:r>
              <a:t>        {</a:t>
            </a:r>
          </a:p>
          <a:p>
            <a:r>
              <a:t>          "position": 246,</a:t>
            </a:r>
          </a:p>
          <a:p>
            <a:r>
              <a:t>          "token_id": 11,</a:t>
            </a:r>
          </a:p>
          <a:p>
            <a:r>
              <a:t>          "text": ",",</a:t>
            </a:r>
          </a:p>
          <a:p>
            <a:r>
              <a:t>          "weight": 1.0966796875,</a:t>
            </a:r>
          </a:p>
          <a:p>
            <a:r>
              <a:t>          "signed_advantage": 1.4740210194140673</a:t>
            </a:r>
          </a:p>
          <a:p>
            <a:r>
              <a:t>        },</a:t>
            </a:r>
          </a:p>
          <a:p>
            <a:r>
              <a:t>        {</a:t>
            </a:r>
          </a:p>
          <a:p>
            <a:r>
              <a:t>          "position": 247,</a:t>
            </a:r>
          </a:p>
          <a:p>
            <a:r>
              <a:t>          "token_id": 323,</a:t>
            </a:r>
          </a:p>
          <a:p>
            <a:r>
              <a:t>          "text": " and",</a:t>
            </a:r>
          </a:p>
          <a:p>
            <a:r>
              <a:t>          "weight": 0.89453125,</a:t>
            </a:r>
          </a:p>
          <a:p>
            <a:r>
              <a:t>          "signed_advantage": 1.202318124473095</a:t>
            </a:r>
          </a:p>
          <a:p>
            <a:r>
              <a:t>        },</a:t>
            </a:r>
          </a:p>
          <a:p>
            <a:r>
              <a:t>        {</a:t>
            </a:r>
          </a:p>
          <a:p>
            <a:r>
              <a:t>          "position": 248,</a:t>
            </a:r>
          </a:p>
          <a:p>
            <a:r>
              <a:t>          "token_id": 3331,</a:t>
            </a:r>
          </a:p>
          <a:p>
            <a:r>
              <a:t>          "text": " hold",</a:t>
            </a:r>
          </a:p>
          <a:p>
            <a:r>
              <a:t>          "weight": 0.9609375,</a:t>
            </a:r>
          </a:p>
          <a:p>
            <a:r>
              <a:t>          "signed_advantage": 1.2915731817483902</a:t>
            </a:r>
          </a:p>
          <a:p>
            <a:r>
              <a:t>        },</a:t>
            </a:r>
          </a:p>
          <a:p>
            <a:r>
              <a:t>        {</a:t>
            </a:r>
          </a:p>
          <a:p>
            <a:r>
              <a:t>          "position": 249,</a:t>
            </a:r>
          </a:p>
          <a:p>
            <a:r>
              <a:t>          "token_id": 1105,</a:t>
            </a:r>
          </a:p>
          <a:p>
            <a:r>
              <a:t>          "text": " them",</a:t>
            </a:r>
          </a:p>
          <a:p>
            <a:r>
              <a:t>          "weight": 0.9638671875,</a:t>
            </a:r>
          </a:p>
          <a:p>
            <a:r>
              <a:t>          "signed_advantage": 1.2955109048634768</a:t>
            </a:r>
          </a:p>
          <a:p>
            <a:r>
              <a:t>        },</a:t>
            </a:r>
          </a:p>
          <a:p>
            <a:r>
              <a:t>        {</a:t>
            </a:r>
          </a:p>
          <a:p>
            <a:r>
              <a:t>          "position": 250,</a:t>
            </a:r>
          </a:p>
          <a:p>
            <a:r>
              <a:t>          "token_id": 35877,</a:t>
            </a:r>
          </a:p>
          <a:p>
            <a:r>
              <a:t>          "text": " accountable",</a:t>
            </a:r>
          </a:p>
          <a:p>
            <a:r>
              <a:t>          "weight": 4.0,</a:t>
            </a:r>
          </a:p>
          <a:p>
            <a:r>
              <a:t>          "signed_advantage": 5.376304626464844</a:t>
            </a:r>
          </a:p>
          <a:p>
            <a:r>
              <a:t>        },</a:t>
            </a:r>
          </a:p>
          <a:p>
            <a:r>
              <a:t>        {</a:t>
            </a:r>
          </a:p>
          <a:p>
            <a:r>
              <a:t>          "position": 251,</a:t>
            </a:r>
          </a:p>
          <a:p>
            <a:r>
              <a:t>          "token_id": 369,</a:t>
            </a:r>
          </a:p>
          <a:p>
            <a:r>
              <a:t>          "text": " for",</a:t>
            </a:r>
          </a:p>
          <a:p>
            <a:r>
              <a:t>          "weight": 0.9658203125,</a:t>
            </a:r>
          </a:p>
          <a:p>
            <a:r>
              <a:t>          "signed_advantage": 1.2981360536068678</a:t>
            </a:r>
          </a:p>
          <a:p>
            <a:r>
              <a:t>        },</a:t>
            </a:r>
          </a:p>
          <a:p>
            <a:r>
              <a:t>        {</a:t>
            </a:r>
          </a:p>
          <a:p>
            <a:r>
              <a:t>          "position": 252,</a:t>
            </a:r>
          </a:p>
          <a:p>
            <a:r>
              <a:t>          "token_id": 862,</a:t>
            </a:r>
          </a:p>
          <a:p>
            <a:r>
              <a:t>          "text": " their",</a:t>
            </a:r>
          </a:p>
          <a:p>
            <a:r>
              <a:t>          "weight": 0.994140625,</a:t>
            </a:r>
          </a:p>
          <a:p>
            <a:r>
              <a:t>          "signed_advantage": 1.3362007103860378</a:t>
            </a:r>
          </a:p>
          <a:p>
            <a:r>
              <a:t>        },</a:t>
            </a:r>
          </a:p>
          <a:p>
            <a:r>
              <a:t>        {</a:t>
            </a:r>
          </a:p>
          <a:p>
            <a:r>
              <a:t>          "position": 253,</a:t>
            </a:r>
          </a:p>
          <a:p>
            <a:r>
              <a:t>          "token_id": 6168,</a:t>
            </a:r>
          </a:p>
          <a:p>
            <a:r>
              <a:t>          "text": " actions",</a:t>
            </a:r>
          </a:p>
          <a:p>
            <a:r>
              <a:t>          "weight": 0.96337890625,</a:t>
            </a:r>
          </a:p>
          <a:p>
            <a:r>
              <a:t>          "signed_advantage": 1.294854617677629</a:t>
            </a:r>
          </a:p>
          <a:p>
            <a:r>
              <a:t>        },</a:t>
            </a:r>
          </a:p>
          <a:p>
            <a:r>
              <a:t>        {</a:t>
            </a:r>
          </a:p>
          <a:p>
            <a:r>
              <a:t>          "position": 254,</a:t>
            </a:r>
          </a:p>
          <a:p>
            <a:r>
              <a:t>          "token_id": 323,</a:t>
            </a:r>
          </a:p>
          <a:p>
            <a:r>
              <a:t>          "text": " and",</a:t>
            </a:r>
          </a:p>
          <a:p>
            <a:r>
              <a:t>          "weight": 0.99755859375,</a:t>
            </a:r>
          </a:p>
          <a:p>
            <a:r>
              <a:t>          "signed_advantage": 1.3407947206869721</a:t>
            </a:r>
          </a:p>
          <a:p>
            <a:r>
              <a:t>        },</a:t>
            </a:r>
          </a:p>
          <a:p>
            <a:r>
              <a:t>        {</a:t>
            </a:r>
          </a:p>
          <a:p>
            <a:r>
              <a:t>          "position": 255,</a:t>
            </a:r>
          </a:p>
          <a:p>
            <a:r>
              <a:t>          "token_id": 11181,</a:t>
            </a:r>
          </a:p>
          <a:p>
            <a:r>
              <a:t>          "text": " decisions",</a:t>
            </a:r>
          </a:p>
          <a:p>
            <a:r>
              <a:t>          "weight": 0.96337890625,</a:t>
            </a:r>
          </a:p>
          <a:p>
            <a:r>
              <a:t>          "signed_advantage": 1.294854617677629</a:t>
            </a:r>
          </a:p>
          <a:p>
            <a:r>
              <a:t>        },</a:t>
            </a:r>
          </a:p>
          <a:p>
            <a:r>
              <a:t>        {</a:t>
            </a:r>
          </a:p>
          <a:p>
            <a:r>
              <a:t>          "position": 256,</a:t>
            </a:r>
          </a:p>
          <a:p>
            <a:r>
              <a:t>          "token_id": 13,</a:t>
            </a:r>
          </a:p>
          <a:p>
            <a:r>
              <a:t>          "text": ".",</a:t>
            </a:r>
          </a:p>
          <a:p>
            <a:r>
              <a:t>          "weight": 0.96044921875,</a:t>
            </a:r>
          </a:p>
          <a:p>
            <a:r>
              <a:t>          "signed_advantage": 1.2909168945625424</a:t>
            </a:r>
          </a:p>
          <a:p>
            <a:r>
              <a:t>        }</a:t>
            </a:r>
          </a:p>
          <a:p>
            <a:r>
              <a:t>      ],</a:t>
            </a:r>
          </a:p>
          <a:p>
            <a:r>
              <a:t>      "saved_weight_dtype": "torch.float16"</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NATIVE OBJECTS. Text lines and colored token rectangles are separate. Double-click a case group, or use Selection Pane / Ungroup to edit. If changing wording or font size, realign the highlight rectangles. Colors represent saved positive credit weights, not token reward labels. These are manually selected qualitative examples.</a:t>
            </a:r>
          </a:p>
          <a:p/>
          <a:p>
            <a:r>
              <a:t>{</a:t>
            </a:r>
          </a:p>
          <a:p>
            <a:r>
              <a:t>  "color_scale": "((w - 0.25) / 3.75) ** 0.5",</a:t>
            </a:r>
          </a:p>
          <a:p>
            <a:r>
              <a:t>  "cases": [</a:t>
            </a:r>
          </a:p>
          <a:p>
            <a:r>
              <a:t>    {</a:t>
            </a:r>
          </a:p>
          <a:p>
            <a:r>
              <a:t>      "key": "rainforest",</a:t>
            </a:r>
          </a:p>
          <a:p>
            <a:r>
              <a:t>      "rollout": 3,</a:t>
            </a:r>
          </a:p>
          <a:p>
            <a:r>
              <a:t>      "row": 31,</a:t>
            </a:r>
          </a:p>
          <a:p>
            <a:r>
              <a:t>      "kind": "negative",</a:t>
            </a:r>
          </a:p>
          <a:p>
            <a:r>
              <a:t>      "title": "Using a misleading category",</a:t>
            </a:r>
          </a:p>
          <a:p>
            <a:r>
              <a:t>      "prompt_summary": "What physical factors contribute to the Amazon Rainforest's distinct wildlife?",</a:t>
            </a:r>
          </a:p>
          <a:p>
            <a:r>
              <a:t>      "excerpt": "Tap water: The Amazon Rainforest has a high level of precipitation,",</a:t>
            </a:r>
          </a:p>
          <a:p>
            <a:r>
              <a:t>      "suffix": " …",</a:t>
            </a:r>
          </a:p>
          <a:p>
            <a:r>
              <a:t>      "advantage": -1.9361076354980469,</a:t>
            </a:r>
          </a:p>
          <a:p>
            <a:r>
              <a:t>      "reward": 4.1875,</a:t>
            </a:r>
          </a:p>
          <a:p>
            <a:r>
              <a:t>      "group_rank": 8,</a:t>
            </a:r>
          </a:p>
          <a:p>
            <a:r>
              <a:t>      "group_size": 8,</a:t>
            </a:r>
          </a:p>
          <a:p>
            <a:r>
              <a:t>      "prompt": "What physical factors contribute to the distinct wildlife in the Amazon Rainforest, and what is being done to protect endangered species from habitat loss?",</a:t>
            </a:r>
          </a:p>
          <a:p>
            <a:r>
              <a:t>      "full_response": "The Amazon Rainforest is home to an incredible diversity of flora and fauna, with more than 400 mammal species, 1,300 bird species, 120 reptile species, 400 amphibian species, and over 60,000 plant species. Several physical factors contribute to the distinct wildlife found in the Amazon Rainforest:\n\n1. Diverse habitats: The Amazon Rainforest has a vast range of habitats, including rivers, lakes, swamps, floodplains, and forest edges, which support a variety of ecosystems and provide diverse ecosystems for different species to thrive.\n2. Tap water: The Amazon Rainforest has a high level of precipitation, with an average of 2000–3000 mm (80–120 inches) per year, which provides an ample source of fresh water for the diverse range of animals and plants found in the rainforest.\n3. Soil and nutrients: The Amazon Rainforest soil is rich in nutrients, which support the growth of diverse flora and fauna.\n4. Temperature: The Amazon Rainforest has a relatively constant warm temperature throughout the year, which allows animals to remain active all year round.\n5. Altitude: The Amazon Rainforest has a wide range of altitudes, with species adapted to different elevations found throughout the region.\n6. Unique adaptations: Over millions of years, animals in the Amazon Rainforest have adapted to the environment and developed unique features to survive, such as camouflage, mimicry, and sharp claws.\n\nTo protect endangered species from habitat loss in the Amazon Rainforest, a range of conservation efforts are underway:\n\n1. Protected areas: Establishing protected areas, such as national parks and wildlife reserves, helps to safeguard habitats and ensure that vulnerable species are not impacted by deforestation and other forms of human intervention.\n2. Protected species: Designating certain species as threatened or endangered can help to raise awareness and direct conservation efforts towards their protection.\n3. Sustainable use: Promoting sustainable use of natural resources, such as through eco-tourism and responsible forest management, can help to balance conservation and economic interests.\n4. Restoration projects: Efforts to restore degraded habitats and reconnect fragmented ecosystems can help to improve the health of the Amazon Rainforest ecosystem.\n5. Education and awareness-raising: Raising public awareness of the importance of the Amazon Rainforest and its biodiversity can help to foster a greater appreciation for conservation efforts and encourage greater public support for their preservation.&lt;|endoftext|&gt;",</a:t>
            </a:r>
          </a:p>
          <a:p>
            <a:r>
              <a:t>      "token_start": 129,</a:t>
            </a:r>
          </a:p>
          <a:p>
            <a:r>
              <a:t>      "token_end_exclusive": 143,</a:t>
            </a:r>
          </a:p>
          <a:p>
            <a:r>
              <a:t>      "peak_position": 130,</a:t>
            </a:r>
          </a:p>
          <a:p>
            <a:r>
              <a:t>      "peak_weight": 4.0,</a:t>
            </a:r>
          </a:p>
          <a:p>
            <a:r>
              <a:t>      "tokens": [</a:t>
            </a:r>
          </a:p>
          <a:p>
            <a:r>
              <a:t>        {</a:t>
            </a:r>
          </a:p>
          <a:p>
            <a:r>
              <a:t>          "position": 129,</a:t>
            </a:r>
          </a:p>
          <a:p>
            <a:r>
              <a:t>          "token_id": 36134,</a:t>
            </a:r>
          </a:p>
          <a:p>
            <a:r>
              <a:t>          "text": " Tap",</a:t>
            </a:r>
          </a:p>
          <a:p>
            <a:r>
              <a:t>          "weight": 1.0390625,</a:t>
            </a:r>
          </a:p>
          <a:p>
            <a:r>
              <a:t>          "signed_advantage": -2.0117368400096893</a:t>
            </a:r>
          </a:p>
          <a:p>
            <a:r>
              <a:t>        },</a:t>
            </a:r>
          </a:p>
          <a:p>
            <a:r>
              <a:t>        {</a:t>
            </a:r>
          </a:p>
          <a:p>
            <a:r>
              <a:t>          "position": 130,</a:t>
            </a:r>
          </a:p>
          <a:p>
            <a:r>
              <a:t>          "token_id": 3015,</a:t>
            </a:r>
          </a:p>
          <a:p>
            <a:r>
              <a:t>          "text": " water",</a:t>
            </a:r>
          </a:p>
          <a:p>
            <a:r>
              <a:t>          "weight": 4.0,</a:t>
            </a:r>
          </a:p>
          <a:p>
            <a:r>
              <a:t>          "signed_advantage": -7.7444305419921875</a:t>
            </a:r>
          </a:p>
          <a:p>
            <a:r>
              <a:t>        },</a:t>
            </a:r>
          </a:p>
          <a:p>
            <a:r>
              <a:t>        {</a:t>
            </a:r>
          </a:p>
          <a:p>
            <a:r>
              <a:t>          "position": 131,</a:t>
            </a:r>
          </a:p>
          <a:p>
            <a:r>
              <a:t>          "token_id": 25,</a:t>
            </a:r>
          </a:p>
          <a:p>
            <a:r>
              <a:t>          "text": ":",</a:t>
            </a:r>
          </a:p>
          <a:p>
            <a:r>
              <a:t>          "weight": 0.78857421875,</a:t>
            </a:r>
          </a:p>
          <a:p>
            <a:r>
              <a:t>          "signed_advantage": -1.526764566078782</a:t>
            </a:r>
          </a:p>
          <a:p>
            <a:r>
              <a:t>        },</a:t>
            </a:r>
          </a:p>
          <a:p>
            <a:r>
              <a:t>        {</a:t>
            </a:r>
          </a:p>
          <a:p>
            <a:r>
              <a:t>          "position": 132,</a:t>
            </a:r>
          </a:p>
          <a:p>
            <a:r>
              <a:t>          "token_id": 576,</a:t>
            </a:r>
          </a:p>
          <a:p>
            <a:r>
              <a:t>          "text": " The",</a:t>
            </a:r>
          </a:p>
          <a:p>
            <a:r>
              <a:t>          "weight": 0.99267578125,</a:t>
            </a:r>
          </a:p>
          <a:p>
            <a:r>
              <a:t>          "signed_advantage": -1.921927159652114</a:t>
            </a:r>
          </a:p>
          <a:p>
            <a:r>
              <a:t>        },</a:t>
            </a:r>
          </a:p>
          <a:p>
            <a:r>
              <a:t>        {</a:t>
            </a:r>
          </a:p>
          <a:p>
            <a:r>
              <a:t>          "position": 133,</a:t>
            </a:r>
          </a:p>
          <a:p>
            <a:r>
              <a:t>          "token_id": 8176,</a:t>
            </a:r>
          </a:p>
          <a:p>
            <a:r>
              <a:t>          "text": " Amazon",</a:t>
            </a:r>
          </a:p>
          <a:p>
            <a:r>
              <a:t>          "weight": 0.9990234375,</a:t>
            </a:r>
          </a:p>
          <a:p>
            <a:r>
              <a:t>          "signed_advantage": -1.9342169053852558</a:t>
            </a:r>
          </a:p>
          <a:p>
            <a:r>
              <a:t>        },</a:t>
            </a:r>
          </a:p>
          <a:p>
            <a:r>
              <a:t>        {</a:t>
            </a:r>
          </a:p>
          <a:p>
            <a:r>
              <a:t>          "position": 134,</a:t>
            </a:r>
          </a:p>
          <a:p>
            <a:r>
              <a:t>          "token_id": 21911,</a:t>
            </a:r>
          </a:p>
          <a:p>
            <a:r>
              <a:t>          "text": " Rain",</a:t>
            </a:r>
          </a:p>
          <a:p>
            <a:r>
              <a:t>          "weight": 1.07421875,</a:t>
            </a:r>
          </a:p>
          <a:p>
            <a:r>
              <a:t>          "signed_advantage": -2.0798031240701675</a:t>
            </a:r>
          </a:p>
          <a:p>
            <a:r>
              <a:t>        },</a:t>
            </a:r>
          </a:p>
          <a:p>
            <a:r>
              <a:t>        {</a:t>
            </a:r>
          </a:p>
          <a:p>
            <a:r>
              <a:t>          "position": 135,</a:t>
            </a:r>
          </a:p>
          <a:p>
            <a:r>
              <a:t>          "token_id": 50655,</a:t>
            </a:r>
          </a:p>
          <a:p>
            <a:r>
              <a:t>          "text": "forest",</a:t>
            </a:r>
          </a:p>
          <a:p>
            <a:r>
              <a:t>          "weight": 0.9931640625,</a:t>
            </a:r>
          </a:p>
          <a:p>
            <a:r>
              <a:t>          "signed_advantage": -1.9228725247085094</a:t>
            </a:r>
          </a:p>
          <a:p>
            <a:r>
              <a:t>        },</a:t>
            </a:r>
          </a:p>
          <a:p>
            <a:r>
              <a:t>        {</a:t>
            </a:r>
          </a:p>
          <a:p>
            <a:r>
              <a:t>          "position": 136,</a:t>
            </a:r>
          </a:p>
          <a:p>
            <a:r>
              <a:t>          "token_id": 702,</a:t>
            </a:r>
          </a:p>
          <a:p>
            <a:r>
              <a:t>          "text": " has",</a:t>
            </a:r>
          </a:p>
          <a:p>
            <a:r>
              <a:t>          "weight": 1.0146484375,</a:t>
            </a:r>
          </a:p>
          <a:p>
            <a:r>
              <a:t>          "signed_advantage": -1.9644685871899128</a:t>
            </a:r>
          </a:p>
          <a:p>
            <a:r>
              <a:t>        },</a:t>
            </a:r>
          </a:p>
          <a:p>
            <a:r>
              <a:t>        {</a:t>
            </a:r>
          </a:p>
          <a:p>
            <a:r>
              <a:t>          "position": 137,</a:t>
            </a:r>
          </a:p>
          <a:p>
            <a:r>
              <a:t>          "token_id": 264,</a:t>
            </a:r>
          </a:p>
          <a:p>
            <a:r>
              <a:t>          "text": " a",</a:t>
            </a:r>
          </a:p>
          <a:p>
            <a:r>
              <a:t>          "weight": 1.005859375,</a:t>
            </a:r>
          </a:p>
          <a:p>
            <a:r>
              <a:t>          "signed_advantage": -1.9474520161747932</a:t>
            </a:r>
          </a:p>
          <a:p>
            <a:r>
              <a:t>        },</a:t>
            </a:r>
          </a:p>
          <a:p>
            <a:r>
              <a:t>        {</a:t>
            </a:r>
          </a:p>
          <a:p>
            <a:r>
              <a:t>          "position": 138,</a:t>
            </a:r>
          </a:p>
          <a:p>
            <a:r>
              <a:t>          "token_id": 1550,</a:t>
            </a:r>
          </a:p>
          <a:p>
            <a:r>
              <a:t>          "text": " high",</a:t>
            </a:r>
          </a:p>
          <a:p>
            <a:r>
              <a:t>          "weight": 0.9970703125,</a:t>
            </a:r>
          </a:p>
          <a:p>
            <a:r>
              <a:t>          "signed_advantage": -1.9304354451596737</a:t>
            </a:r>
          </a:p>
          <a:p>
            <a:r>
              <a:t>        },</a:t>
            </a:r>
          </a:p>
          <a:p>
            <a:r>
              <a:t>        {</a:t>
            </a:r>
          </a:p>
          <a:p>
            <a:r>
              <a:t>          "position": 139,</a:t>
            </a:r>
          </a:p>
          <a:p>
            <a:r>
              <a:t>          "token_id": 2188,</a:t>
            </a:r>
          </a:p>
          <a:p>
            <a:r>
              <a:t>          "text": " level",</a:t>
            </a:r>
          </a:p>
          <a:p>
            <a:r>
              <a:t>          "weight": 0.9931640625,</a:t>
            </a:r>
          </a:p>
          <a:p>
            <a:r>
              <a:t>          "signed_advantage": -1.9228725247085094</a:t>
            </a:r>
          </a:p>
          <a:p>
            <a:r>
              <a:t>        },</a:t>
            </a:r>
          </a:p>
          <a:p>
            <a:r>
              <a:t>        {</a:t>
            </a:r>
          </a:p>
          <a:p>
            <a:r>
              <a:t>          "position": 140,</a:t>
            </a:r>
          </a:p>
          <a:p>
            <a:r>
              <a:t>          "token_id": 315,</a:t>
            </a:r>
          </a:p>
          <a:p>
            <a:r>
              <a:t>          "text": " of",</a:t>
            </a:r>
          </a:p>
          <a:p>
            <a:r>
              <a:t>          "weight": 0.9931640625,</a:t>
            </a:r>
          </a:p>
          <a:p>
            <a:r>
              <a:t>          "signed_advantage": -1.9228725247085094</a:t>
            </a:r>
          </a:p>
          <a:p>
            <a:r>
              <a:t>        },</a:t>
            </a:r>
          </a:p>
          <a:p>
            <a:r>
              <a:t>        {</a:t>
            </a:r>
          </a:p>
          <a:p>
            <a:r>
              <a:t>          "position": 141,</a:t>
            </a:r>
          </a:p>
          <a:p>
            <a:r>
              <a:t>          "token_id": 59950,</a:t>
            </a:r>
          </a:p>
          <a:p>
            <a:r>
              <a:t>          "text": " precipitation",</a:t>
            </a:r>
          </a:p>
          <a:p>
            <a:r>
              <a:t>          "weight": 1.03515625,</a:t>
            </a:r>
          </a:p>
          <a:p>
            <a:r>
              <a:t>          "signed_advantage": -2.004173919558525</a:t>
            </a:r>
          </a:p>
          <a:p>
            <a:r>
              <a:t>        },</a:t>
            </a:r>
          </a:p>
          <a:p>
            <a:r>
              <a:t>        {</a:t>
            </a:r>
          </a:p>
          <a:p>
            <a:r>
              <a:t>          "position": 142,</a:t>
            </a:r>
          </a:p>
          <a:p>
            <a:r>
              <a:t>          "token_id": 11,</a:t>
            </a:r>
          </a:p>
          <a:p>
            <a:r>
              <a:t>          "text": ",",</a:t>
            </a:r>
          </a:p>
          <a:p>
            <a:r>
              <a:t>          "weight": 0.99169921875,</a:t>
            </a:r>
          </a:p>
          <a:p>
            <a:r>
              <a:t>          "signed_advantage": -1.9200364295393229</a:t>
            </a:r>
          </a:p>
          <a:p>
            <a:r>
              <a:t>        }</a:t>
            </a:r>
          </a:p>
          <a:p>
            <a:r>
              <a:t>      ],</a:t>
            </a:r>
          </a:p>
          <a:p>
            <a:r>
              <a:t>      "saved_weight_dtype": "torch.float16"</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NATIVE OBJECTS. Text lines and colored token rectangles are separate. Double-click a case group, or use Selection Pane / Ungroup to edit. If changing wording or font size, realign the highlight rectangles. Colors represent saved positive credit weights, not token reward labels. These are manually selected qualitative examples.</a:t>
            </a:r>
          </a:p>
          <a:p/>
          <a:p>
            <a:r>
              <a:t>{</a:t>
            </a:r>
          </a:p>
          <a:p>
            <a:r>
              <a:t>  "color_scale": "((w - 0.25) / 3.75) ** 0.5",</a:t>
            </a:r>
          </a:p>
          <a:p>
            <a:r>
              <a:t>  "cases": [</a:t>
            </a:r>
          </a:p>
          <a:p>
            <a:r>
              <a:t>    {</a:t>
            </a:r>
          </a:p>
          <a:p>
            <a:r>
              <a:t>      "key": "deduplication",</a:t>
            </a:r>
          </a:p>
          <a:p>
            <a:r>
              <a:t>      "rollout": 1,</a:t>
            </a:r>
          </a:p>
          <a:p>
            <a:r>
              <a:t>      "row": 45,</a:t>
            </a:r>
          </a:p>
          <a:p>
            <a:r>
              <a:t>      "kind": "negative",</a:t>
            </a:r>
          </a:p>
          <a:p>
            <a:r>
              <a:t>      "title": "Producing an invalid string transformation",</a:t>
            </a:r>
          </a:p>
          <a:p>
            <a:r>
              <a:t>      "prompt_summary": "Remove duplicate characters from QFAWjYIbRIJWvLvKLmdNsW.",</a:t>
            </a:r>
          </a:p>
          <a:p>
            <a:r>
              <a:t>      "excerpt": "here is the output without duplicate characters:\n\nQFAWjYIKmsNbvmdw",</a:t>
            </a:r>
          </a:p>
          <a:p>
            <a:r>
              <a:t>      "prefix": "… ",</a:t>
            </a:r>
          </a:p>
          <a:p>
            <a:r>
              <a:t>      "monospace": true,</a:t>
            </a:r>
          </a:p>
          <a:p>
            <a:r>
              <a:t>      "reference": "QFAWjYIbRJvLKmdNs",</a:t>
            </a:r>
          </a:p>
          <a:p>
            <a:r>
              <a:t>      "advantage": -2.161689043045044,</a:t>
            </a:r>
          </a:p>
          <a:p>
            <a:r>
              <a:t>      "reward": -4.625,</a:t>
            </a:r>
          </a:p>
          <a:p>
            <a:r>
              <a:t>      "group_rank": 8,</a:t>
            </a:r>
          </a:p>
          <a:p>
            <a:r>
              <a:t>      "group_size": 8,</a:t>
            </a:r>
          </a:p>
          <a:p>
            <a:r>
              <a:t>      "prompt": "Given the task definition and input, reply with output. In this task, you are given a string of characters. You need to remove duplicate characters from the string if any, and return the resulting string.\n\nQFAWjYIbRIJWvLvKLmdNsW\n",</a:t>
            </a:r>
          </a:p>
          <a:p>
            <a:r>
              <a:t>      "full_response": "This code represents the given string, with duplicate characters highlighted:\n\nQFAWjYIbRIJWvLvKLmdNsW\n\nGPT-3 has done a great job, but here is the output without duplicate characters:\n\nQFAWjYIKmsNbvmdw&lt;|endoftext|&gt;",</a:t>
            </a:r>
          </a:p>
          <a:p>
            <a:r>
              <a:t>      "token_start": 40,</a:t>
            </a:r>
          </a:p>
          <a:p>
            <a:r>
              <a:t>      "token_end_exclusive": 59,</a:t>
            </a:r>
          </a:p>
          <a:p>
            <a:r>
              <a:t>      "peak_position": 56,</a:t>
            </a:r>
          </a:p>
          <a:p>
            <a:r>
              <a:t>      "peak_weight": 4.0,</a:t>
            </a:r>
          </a:p>
          <a:p>
            <a:r>
              <a:t>      "tokens": [</a:t>
            </a:r>
          </a:p>
          <a:p>
            <a:r>
              <a:t>        {</a:t>
            </a:r>
          </a:p>
          <a:p>
            <a:r>
              <a:t>          "position": 40,</a:t>
            </a:r>
          </a:p>
          <a:p>
            <a:r>
              <a:t>          "token_id": 1588,</a:t>
            </a:r>
          </a:p>
          <a:p>
            <a:r>
              <a:t>          "text": " here",</a:t>
            </a:r>
          </a:p>
          <a:p>
            <a:r>
              <a:t>          "weight": 0.85498046875,</a:t>
            </a:r>
          </a:p>
          <a:p>
            <a:r>
              <a:t>          "signed_advantage": -1.8482019113143906</a:t>
            </a:r>
          </a:p>
          <a:p>
            <a:r>
              <a:t>        },</a:t>
            </a:r>
          </a:p>
          <a:p>
            <a:r>
              <a:t>        {</a:t>
            </a:r>
          </a:p>
          <a:p>
            <a:r>
              <a:t>          "position": 41,</a:t>
            </a:r>
          </a:p>
          <a:p>
            <a:r>
              <a:t>          "token_id": 374,</a:t>
            </a:r>
          </a:p>
          <a:p>
            <a:r>
              <a:t>          "text": " is",</a:t>
            </a:r>
          </a:p>
          <a:p>
            <a:r>
              <a:t>          "weight": 0.8046875,</a:t>
            </a:r>
          </a:p>
          <a:p>
            <a:r>
              <a:t>          "signed_advantage": -1.7394841518253088</a:t>
            </a:r>
          </a:p>
          <a:p>
            <a:r>
              <a:t>        },</a:t>
            </a:r>
          </a:p>
          <a:p>
            <a:r>
              <a:t>        {</a:t>
            </a:r>
          </a:p>
          <a:p>
            <a:r>
              <a:t>          "position": 42,</a:t>
            </a:r>
          </a:p>
          <a:p>
            <a:r>
              <a:t>          "token_id": 279,</a:t>
            </a:r>
          </a:p>
          <a:p>
            <a:r>
              <a:t>          "text": " the",</a:t>
            </a:r>
          </a:p>
          <a:p>
            <a:r>
              <a:t>          "weight": 0.7001953125,</a:t>
            </a:r>
          </a:p>
          <a:p>
            <a:r>
              <a:t>          "signed_advantage": -1.5136045350227505</a:t>
            </a:r>
          </a:p>
          <a:p>
            <a:r>
              <a:t>        },</a:t>
            </a:r>
          </a:p>
          <a:p>
            <a:r>
              <a:t>        {</a:t>
            </a:r>
          </a:p>
          <a:p>
            <a:r>
              <a:t>          "position": 43,</a:t>
            </a:r>
          </a:p>
          <a:p>
            <a:r>
              <a:t>          "token_id": 2550,</a:t>
            </a:r>
          </a:p>
          <a:p>
            <a:r>
              <a:t>          "text": " output",</a:t>
            </a:r>
          </a:p>
          <a:p>
            <a:r>
              <a:t>          "weight": 0.8740234375,</a:t>
            </a:r>
          </a:p>
          <a:p>
            <a:r>
              <a:t>          "signed_advantage": -1.8893668882083148</a:t>
            </a:r>
          </a:p>
          <a:p>
            <a:r>
              <a:t>        },</a:t>
            </a:r>
          </a:p>
          <a:p>
            <a:r>
              <a:t>        {</a:t>
            </a:r>
          </a:p>
          <a:p>
            <a:r>
              <a:t>          "position": 44,</a:t>
            </a:r>
          </a:p>
          <a:p>
            <a:r>
              <a:t>          "token_id": 2041,</a:t>
            </a:r>
          </a:p>
          <a:p>
            <a:r>
              <a:t>          "text": " without",</a:t>
            </a:r>
          </a:p>
          <a:p>
            <a:r>
              <a:t>          "weight": 0.51904296875,</a:t>
            </a:r>
          </a:p>
          <a:p>
            <a:r>
              <a:t>          "signed_advantage": -1.1220094984164461</a:t>
            </a:r>
          </a:p>
          <a:p>
            <a:r>
              <a:t>        },</a:t>
            </a:r>
          </a:p>
          <a:p>
            <a:r>
              <a:t>        {</a:t>
            </a:r>
          </a:p>
          <a:p>
            <a:r>
              <a:t>          "position": 45,</a:t>
            </a:r>
          </a:p>
          <a:p>
            <a:r>
              <a:t>          "token_id": 22513,</a:t>
            </a:r>
          </a:p>
          <a:p>
            <a:r>
              <a:t>          "text": " duplicate",</a:t>
            </a:r>
          </a:p>
          <a:p>
            <a:r>
              <a:t>          "weight": 1.1826171875,</a:t>
            </a:r>
          </a:p>
          <a:p>
            <a:r>
              <a:t>          "signed_advantage": -2.5564506163354963</a:t>
            </a:r>
          </a:p>
          <a:p>
            <a:r>
              <a:t>        },</a:t>
            </a:r>
          </a:p>
          <a:p>
            <a:r>
              <a:t>        {</a:t>
            </a:r>
          </a:p>
          <a:p>
            <a:r>
              <a:t>          "position": 46,</a:t>
            </a:r>
          </a:p>
          <a:p>
            <a:r>
              <a:t>          "token_id": 5766,</a:t>
            </a:r>
          </a:p>
          <a:p>
            <a:r>
              <a:t>          "text": " characters",</a:t>
            </a:r>
          </a:p>
          <a:p>
            <a:r>
              <a:t>          "weight": 0.93505859375,</a:t>
            </a:r>
          </a:p>
          <a:p>
            <a:r>
              <a:t>          "signed_advantage": -2.021305916714482</a:t>
            </a:r>
          </a:p>
          <a:p>
            <a:r>
              <a:t>        },</a:t>
            </a:r>
          </a:p>
          <a:p>
            <a:r>
              <a:t>        {</a:t>
            </a:r>
          </a:p>
          <a:p>
            <a:r>
              <a:t>          "position": 47,</a:t>
            </a:r>
          </a:p>
          <a:p>
            <a:r>
              <a:t>          "token_id": 1447,</a:t>
            </a:r>
          </a:p>
          <a:p>
            <a:r>
              <a:t>          "text": ":\n\n",</a:t>
            </a:r>
          </a:p>
          <a:p>
            <a:r>
              <a:t>          "weight": 0.91845703125,</a:t>
            </a:r>
          </a:p>
          <a:p>
            <a:r>
              <a:t>          "signed_advantage": -1.9854185009608045</a:t>
            </a:r>
          </a:p>
          <a:p>
            <a:r>
              <a:t>        },</a:t>
            </a:r>
          </a:p>
          <a:p>
            <a:r>
              <a:t>        {</a:t>
            </a:r>
          </a:p>
          <a:p>
            <a:r>
              <a:t>          "position": 48,</a:t>
            </a:r>
          </a:p>
          <a:p>
            <a:r>
              <a:t>          "token_id": 48,</a:t>
            </a:r>
          </a:p>
          <a:p>
            <a:r>
              <a:t>          "text": "Q",</a:t>
            </a:r>
          </a:p>
          <a:p>
            <a:r>
              <a:t>          "weight": 0.93310546875,</a:t>
            </a:r>
          </a:p>
          <a:p>
            <a:r>
              <a:t>          "signed_advantage": -2.0170838678022847</a:t>
            </a:r>
          </a:p>
          <a:p>
            <a:r>
              <a:t>        },</a:t>
            </a:r>
          </a:p>
          <a:p>
            <a:r>
              <a:t>        {</a:t>
            </a:r>
          </a:p>
          <a:p>
            <a:r>
              <a:t>          "position": 49,</a:t>
            </a:r>
          </a:p>
          <a:p>
            <a:r>
              <a:t>          "token_id": 3627,</a:t>
            </a:r>
          </a:p>
          <a:p>
            <a:r>
              <a:t>          "text": "FA",</a:t>
            </a:r>
          </a:p>
          <a:p>
            <a:r>
              <a:t>          "weight": 1.0556640625,</a:t>
            </a:r>
          </a:p>
          <a:p>
            <a:r>
              <a:t>          "signed_advantage": -2.2820174370426685</a:t>
            </a:r>
          </a:p>
          <a:p>
            <a:r>
              <a:t>        },</a:t>
            </a:r>
          </a:p>
          <a:p>
            <a:r>
              <a:t>        {</a:t>
            </a:r>
          </a:p>
          <a:p>
            <a:r>
              <a:t>          "position": 50,</a:t>
            </a:r>
          </a:p>
          <a:p>
            <a:r>
              <a:t>          "token_id": 54,</a:t>
            </a:r>
          </a:p>
          <a:p>
            <a:r>
              <a:t>          "text": "W",</a:t>
            </a:r>
          </a:p>
          <a:p>
            <a:r>
              <a:t>          "weight": 0.9365234375,</a:t>
            </a:r>
          </a:p>
          <a:p>
            <a:r>
              <a:t>          "signed_advantage": -2.02447245339863</a:t>
            </a:r>
          </a:p>
          <a:p>
            <a:r>
              <a:t>        },</a:t>
            </a:r>
          </a:p>
          <a:p>
            <a:r>
              <a:t>        {</a:t>
            </a:r>
          </a:p>
          <a:p>
            <a:r>
              <a:t>          "position": 51,</a:t>
            </a:r>
          </a:p>
          <a:p>
            <a:r>
              <a:t>          "token_id": 73,</a:t>
            </a:r>
          </a:p>
          <a:p>
            <a:r>
              <a:t>          "text": "j",</a:t>
            </a:r>
          </a:p>
          <a:p>
            <a:r>
              <a:t>          "weight": 0.9912109375,</a:t>
            </a:r>
          </a:p>
          <a:p>
            <a:r>
              <a:t>          "signed_advantage": -2.142689822940156</a:t>
            </a:r>
          </a:p>
          <a:p>
            <a:r>
              <a:t>        },</a:t>
            </a:r>
          </a:p>
          <a:p>
            <a:r>
              <a:t>        {</a:t>
            </a:r>
          </a:p>
          <a:p>
            <a:r>
              <a:t>          "position": 52,</a:t>
            </a:r>
          </a:p>
          <a:p>
            <a:r>
              <a:t>          "token_id": 56,</a:t>
            </a:r>
          </a:p>
          <a:p>
            <a:r>
              <a:t>          "text": "Y",</a:t>
            </a:r>
          </a:p>
          <a:p>
            <a:r>
              <a:t>          "weight": 0.94091796875,</a:t>
            </a:r>
          </a:p>
          <a:p>
            <a:r>
              <a:t>          "signed_advantage": -2.033972063451074</a:t>
            </a:r>
          </a:p>
          <a:p>
            <a:r>
              <a:t>        },</a:t>
            </a:r>
          </a:p>
          <a:p>
            <a:r>
              <a:t>        {</a:t>
            </a:r>
          </a:p>
          <a:p>
            <a:r>
              <a:t>          "position": 53,</a:t>
            </a:r>
          </a:p>
          <a:p>
            <a:r>
              <a:t>          "token_id": 28561,</a:t>
            </a:r>
          </a:p>
          <a:p>
            <a:r>
              <a:t>          "text": "IK",</a:t>
            </a:r>
          </a:p>
          <a:p>
            <a:r>
              <a:t>          "weight": 1.47265625,</a:t>
            </a:r>
          </a:p>
          <a:p>
            <a:r>
              <a:t>          "signed_advantage": -3.183424879796803</a:t>
            </a:r>
          </a:p>
          <a:p>
            <a:r>
              <a:t>        },</a:t>
            </a:r>
          </a:p>
          <a:p>
            <a:r>
              <a:t>        {</a:t>
            </a:r>
          </a:p>
          <a:p>
            <a:r>
              <a:t>          "position": 54,</a:t>
            </a:r>
          </a:p>
          <a:p>
            <a:r>
              <a:t>          "token_id": 1011,</a:t>
            </a:r>
          </a:p>
          <a:p>
            <a:r>
              <a:t>          "text": "ms",</a:t>
            </a:r>
          </a:p>
          <a:p>
            <a:r>
              <a:t>          "weight": 1.294921875,</a:t>
            </a:r>
          </a:p>
          <a:p>
            <a:r>
              <a:t>          "signed_advantage": -2.799218428786844</a:t>
            </a:r>
          </a:p>
          <a:p>
            <a:r>
              <a:t>        },</a:t>
            </a:r>
          </a:p>
          <a:p>
            <a:r>
              <a:t>        {</a:t>
            </a:r>
          </a:p>
          <a:p>
            <a:r>
              <a:t>          "position": 55,</a:t>
            </a:r>
          </a:p>
          <a:p>
            <a:r>
              <a:t>          "token_id": 45,</a:t>
            </a:r>
          </a:p>
          <a:p>
            <a:r>
              <a:t>          "text": "N",</a:t>
            </a:r>
          </a:p>
          <a:p>
            <a:r>
              <a:t>          "weight": 1.162109375,</a:t>
            </a:r>
          </a:p>
          <a:p>
            <a:r>
              <a:t>          "signed_advantage": -2.512119102757424</a:t>
            </a:r>
          </a:p>
          <a:p>
            <a:r>
              <a:t>        },</a:t>
            </a:r>
          </a:p>
          <a:p>
            <a:r>
              <a:t>        {</a:t>
            </a:r>
          </a:p>
          <a:p>
            <a:r>
              <a:t>          "position": 56,</a:t>
            </a:r>
          </a:p>
          <a:p>
            <a:r>
              <a:t>          "token_id": 54929,</a:t>
            </a:r>
          </a:p>
          <a:p>
            <a:r>
              <a:t>          "text": "bv",</a:t>
            </a:r>
          </a:p>
          <a:p>
            <a:r>
              <a:t>          "weight": 4.0,</a:t>
            </a:r>
          </a:p>
          <a:p>
            <a:r>
              <a:t>          "signed_advantage": -8.646756172180176</a:t>
            </a:r>
          </a:p>
          <a:p>
            <a:r>
              <a:t>        },</a:t>
            </a:r>
          </a:p>
          <a:p>
            <a:r>
              <a:t>        {</a:t>
            </a:r>
          </a:p>
          <a:p>
            <a:r>
              <a:t>          "position": 57,</a:t>
            </a:r>
          </a:p>
          <a:p>
            <a:r>
              <a:t>          "token_id": 2277,</a:t>
            </a:r>
          </a:p>
          <a:p>
            <a:r>
              <a:t>          "text": "md",</a:t>
            </a:r>
          </a:p>
          <a:p>
            <a:r>
              <a:t>          "weight": 0.58642578125,</a:t>
            </a:r>
          </a:p>
          <a:p>
            <a:r>
              <a:t>          "signed_advantage": -1.2676701858872548</a:t>
            </a:r>
          </a:p>
          <a:p>
            <a:r>
              <a:t>        },</a:t>
            </a:r>
          </a:p>
          <a:p>
            <a:r>
              <a:t>        {</a:t>
            </a:r>
          </a:p>
          <a:p>
            <a:r>
              <a:t>          "position": 58,</a:t>
            </a:r>
          </a:p>
          <a:p>
            <a:r>
              <a:t>          "token_id": 86,</a:t>
            </a:r>
          </a:p>
          <a:p>
            <a:r>
              <a:t>          "text": "w",</a:t>
            </a:r>
          </a:p>
          <a:p>
            <a:r>
              <a:t>          "weight": 0.97802734375,</a:t>
            </a:r>
          </a:p>
          <a:p>
            <a:r>
              <a:t>          "signed_advantage": -2.1141909927828237</a:t>
            </a:r>
          </a:p>
          <a:p>
            <a:r>
              <a:t>        }</a:t>
            </a:r>
          </a:p>
          <a:p>
            <a:r>
              <a:t>      ],</a:t>
            </a:r>
          </a:p>
          <a:p>
            <a:r>
              <a:t>      "saved_weight_dtype": "torch.float16"</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8" name="Rule or legend tick 0"/>
          <p:cNvCxnSpPr/>
          <p:nvPr/>
        </p:nvCxnSpPr>
        <p:spPr>
          <a:xfrm>
            <a:off x="8278518" y="658518"/>
            <a:ext cx="0" cy="58796"/>
          </a:xfrm>
          <a:prstGeom prst="line">
            <a:avLst/>
          </a:prstGeom>
          <a:ln w="11759">
            <a:solidFill>
              <a:srgbClr val="72665E"/>
            </a:solidFill>
          </a:ln>
          <a:effectLst/>
        </p:spPr>
      </p:cxnSp>
      <p:cxnSp>
        <p:nvCxnSpPr>
          <p:cNvPr id="79" name="Rule or legend tick 1"/>
          <p:cNvCxnSpPr/>
          <p:nvPr/>
        </p:nvCxnSpPr>
        <p:spPr>
          <a:xfrm>
            <a:off x="9195459" y="658518"/>
            <a:ext cx="0" cy="58796"/>
          </a:xfrm>
          <a:prstGeom prst="line">
            <a:avLst/>
          </a:prstGeom>
          <a:ln w="11759">
            <a:solidFill>
              <a:srgbClr val="72665E"/>
            </a:solidFill>
          </a:ln>
          <a:effectLst/>
        </p:spPr>
      </p:cxnSp>
      <p:cxnSp>
        <p:nvCxnSpPr>
          <p:cNvPr id="80" name="Rule or legend tick 2"/>
          <p:cNvCxnSpPr/>
          <p:nvPr/>
        </p:nvCxnSpPr>
        <p:spPr>
          <a:xfrm>
            <a:off x="9866706" y="658518"/>
            <a:ext cx="0" cy="58796"/>
          </a:xfrm>
          <a:prstGeom prst="line">
            <a:avLst/>
          </a:prstGeom>
          <a:ln w="11759">
            <a:solidFill>
              <a:srgbClr val="72665E"/>
            </a:solidFill>
          </a:ln>
          <a:effectLst/>
        </p:spPr>
      </p:cxnSp>
      <p:cxnSp>
        <p:nvCxnSpPr>
          <p:cNvPr id="81" name="Rule or legend tick 3"/>
          <p:cNvCxnSpPr/>
          <p:nvPr/>
        </p:nvCxnSpPr>
        <p:spPr>
          <a:xfrm>
            <a:off x="10704515" y="658518"/>
            <a:ext cx="0" cy="58796"/>
          </a:xfrm>
          <a:prstGeom prst="line">
            <a:avLst/>
          </a:prstGeom>
          <a:ln w="11759">
            <a:solidFill>
              <a:srgbClr val="72665E"/>
            </a:solidFill>
          </a:ln>
          <a:effectLst/>
        </p:spPr>
      </p:cxnSp>
      <p:cxnSp>
        <p:nvCxnSpPr>
          <p:cNvPr id="82" name="Rule or legend tick 4"/>
          <p:cNvCxnSpPr/>
          <p:nvPr/>
        </p:nvCxnSpPr>
        <p:spPr>
          <a:xfrm>
            <a:off x="11829814" y="658518"/>
            <a:ext cx="0" cy="58796"/>
          </a:xfrm>
          <a:prstGeom prst="line">
            <a:avLst/>
          </a:prstGeom>
          <a:ln w="11759">
            <a:solidFill>
              <a:srgbClr val="72665E"/>
            </a:solidFill>
          </a:ln>
          <a:effectLst/>
        </p:spPr>
      </p:cxnSp>
      <p:cxnSp>
        <p:nvCxnSpPr>
          <p:cNvPr id="83" name="Rule or legend tick 5"/>
          <p:cNvCxnSpPr/>
          <p:nvPr/>
        </p:nvCxnSpPr>
        <p:spPr>
          <a:xfrm>
            <a:off x="305740" y="1293518"/>
            <a:ext cx="11580519" cy="0"/>
          </a:xfrm>
          <a:prstGeom prst="line">
            <a:avLst/>
          </a:prstGeom>
          <a:ln w="15287">
            <a:solidFill>
              <a:srgbClr val="E8DDD3"/>
            </a:solidFill>
          </a:ln>
          <a:effectLst/>
        </p:spPr>
      </p:cxnSp>
      <p:cxnSp>
        <p:nvCxnSpPr>
          <p:cNvPr id="84" name="Rule or legend tick 6"/>
          <p:cNvCxnSpPr/>
          <p:nvPr/>
        </p:nvCxnSpPr>
        <p:spPr>
          <a:xfrm>
            <a:off x="305740" y="4750740"/>
            <a:ext cx="5484519" cy="0"/>
          </a:xfrm>
          <a:prstGeom prst="line">
            <a:avLst/>
          </a:prstGeom>
          <a:ln w="12935">
            <a:solidFill>
              <a:srgbClr val="E8DDD3"/>
            </a:solidFill>
          </a:ln>
          <a:effectLst/>
        </p:spPr>
      </p:cxnSp>
      <p:cxnSp>
        <p:nvCxnSpPr>
          <p:cNvPr id="85" name="Rule or legend tick 7"/>
          <p:cNvCxnSpPr/>
          <p:nvPr/>
        </p:nvCxnSpPr>
        <p:spPr>
          <a:xfrm>
            <a:off x="6401740" y="4750740"/>
            <a:ext cx="5484519" cy="0"/>
          </a:xfrm>
          <a:prstGeom prst="line">
            <a:avLst/>
          </a:prstGeom>
          <a:ln w="12935">
            <a:solidFill>
              <a:srgbClr val="E8DDD3"/>
            </a:solidFill>
          </a:ln>
          <a:effectLst/>
        </p:spPr>
      </p:cxnSp>
      <p:cxnSp>
        <p:nvCxnSpPr>
          <p:cNvPr id="86" name="Rule or legend tick 8"/>
          <p:cNvCxnSpPr/>
          <p:nvPr/>
        </p:nvCxnSpPr>
        <p:spPr>
          <a:xfrm>
            <a:off x="6096000" y="1505185"/>
            <a:ext cx="0" cy="6350000"/>
          </a:xfrm>
          <a:prstGeom prst="line">
            <a:avLst/>
          </a:prstGeom>
          <a:ln w="12935">
            <a:solidFill>
              <a:srgbClr val="E8DDD3"/>
            </a:solidFill>
          </a:ln>
          <a:effectLst/>
        </p:spPr>
      </p:cxnSp>
      <p:sp>
        <p:nvSpPr>
          <p:cNvPr id="87" name="Legend color 001"/>
          <p:cNvSpPr/>
          <p:nvPr/>
        </p:nvSpPr>
        <p:spPr>
          <a:xfrm>
            <a:off x="8278518" y="493888"/>
            <a:ext cx="28097" cy="164629"/>
          </a:xfrm>
          <a:prstGeom prst="rect">
            <a:avLst/>
          </a:prstGeom>
          <a:solidFill>
            <a:srgbClr val="FCF8F2"/>
          </a:solidFill>
          <a:ln>
            <a:noFill/>
          </a:ln>
          <a:effectLst/>
        </p:spPr>
        <p:txBody>
          <a:bodyPr rtlCol="0" anchor="ctr"/>
          <a:lstStyle/>
          <a:p>
            <a:pPr algn="ctr"/>
          </a:p>
        </p:txBody>
      </p:sp>
      <p:sp>
        <p:nvSpPr>
          <p:cNvPr id="88" name="Legend color 002"/>
          <p:cNvSpPr/>
          <p:nvPr/>
        </p:nvSpPr>
        <p:spPr>
          <a:xfrm>
            <a:off x="8306263" y="493888"/>
            <a:ext cx="28097" cy="164629"/>
          </a:xfrm>
          <a:prstGeom prst="rect">
            <a:avLst/>
          </a:prstGeom>
          <a:solidFill>
            <a:srgbClr val="FCF7F1"/>
          </a:solidFill>
          <a:ln>
            <a:noFill/>
          </a:ln>
          <a:effectLst/>
        </p:spPr>
        <p:txBody>
          <a:bodyPr rtlCol="0" anchor="ctr"/>
          <a:lstStyle/>
          <a:p>
            <a:pPr algn="ctr"/>
          </a:p>
        </p:txBody>
      </p:sp>
      <p:sp>
        <p:nvSpPr>
          <p:cNvPr id="89" name="Legend color 003"/>
          <p:cNvSpPr/>
          <p:nvPr/>
        </p:nvSpPr>
        <p:spPr>
          <a:xfrm>
            <a:off x="8334007" y="493888"/>
            <a:ext cx="28097" cy="164629"/>
          </a:xfrm>
          <a:prstGeom prst="rect">
            <a:avLst/>
          </a:prstGeom>
          <a:solidFill>
            <a:srgbClr val="FCF6F0"/>
          </a:solidFill>
          <a:ln>
            <a:noFill/>
          </a:ln>
          <a:effectLst/>
        </p:spPr>
        <p:txBody>
          <a:bodyPr rtlCol="0" anchor="ctr"/>
          <a:lstStyle/>
          <a:p>
            <a:pPr algn="ctr"/>
          </a:p>
        </p:txBody>
      </p:sp>
      <p:sp>
        <p:nvSpPr>
          <p:cNvPr id="90" name="Legend color 004"/>
          <p:cNvSpPr/>
          <p:nvPr/>
        </p:nvSpPr>
        <p:spPr>
          <a:xfrm>
            <a:off x="8361752" y="493888"/>
            <a:ext cx="28097" cy="164629"/>
          </a:xfrm>
          <a:prstGeom prst="rect">
            <a:avLst/>
          </a:prstGeom>
          <a:solidFill>
            <a:srgbClr val="FBF6EF"/>
          </a:solidFill>
          <a:ln>
            <a:noFill/>
          </a:ln>
          <a:effectLst/>
        </p:spPr>
        <p:txBody>
          <a:bodyPr rtlCol="0" anchor="ctr"/>
          <a:lstStyle/>
          <a:p>
            <a:pPr algn="ctr"/>
          </a:p>
        </p:txBody>
      </p:sp>
      <p:sp>
        <p:nvSpPr>
          <p:cNvPr id="91" name="Legend color 005"/>
          <p:cNvSpPr/>
          <p:nvPr/>
        </p:nvSpPr>
        <p:spPr>
          <a:xfrm>
            <a:off x="8389496" y="493888"/>
            <a:ext cx="28097" cy="164629"/>
          </a:xfrm>
          <a:prstGeom prst="rect">
            <a:avLst/>
          </a:prstGeom>
          <a:solidFill>
            <a:srgbClr val="FBF5EE"/>
          </a:solidFill>
          <a:ln>
            <a:noFill/>
          </a:ln>
          <a:effectLst/>
        </p:spPr>
        <p:txBody>
          <a:bodyPr rtlCol="0" anchor="ctr"/>
          <a:lstStyle/>
          <a:p>
            <a:pPr algn="ctr"/>
          </a:p>
        </p:txBody>
      </p:sp>
      <p:sp>
        <p:nvSpPr>
          <p:cNvPr id="92" name="Legend color 006"/>
          <p:cNvSpPr/>
          <p:nvPr/>
        </p:nvSpPr>
        <p:spPr>
          <a:xfrm>
            <a:off x="8417241" y="493888"/>
            <a:ext cx="28097" cy="164629"/>
          </a:xfrm>
          <a:prstGeom prst="rect">
            <a:avLst/>
          </a:prstGeom>
          <a:solidFill>
            <a:srgbClr val="FBF5ED"/>
          </a:solidFill>
          <a:ln>
            <a:noFill/>
          </a:ln>
          <a:effectLst/>
        </p:spPr>
        <p:txBody>
          <a:bodyPr rtlCol="0" anchor="ctr"/>
          <a:lstStyle/>
          <a:p>
            <a:pPr algn="ctr"/>
          </a:p>
        </p:txBody>
      </p:sp>
      <p:sp>
        <p:nvSpPr>
          <p:cNvPr id="93" name="Legend color 007"/>
          <p:cNvSpPr/>
          <p:nvPr/>
        </p:nvSpPr>
        <p:spPr>
          <a:xfrm>
            <a:off x="8444985" y="493888"/>
            <a:ext cx="28097" cy="164629"/>
          </a:xfrm>
          <a:prstGeom prst="rect">
            <a:avLst/>
          </a:prstGeom>
          <a:solidFill>
            <a:srgbClr val="FBF4EC"/>
          </a:solidFill>
          <a:ln>
            <a:noFill/>
          </a:ln>
          <a:effectLst/>
        </p:spPr>
        <p:txBody>
          <a:bodyPr rtlCol="0" anchor="ctr"/>
          <a:lstStyle/>
          <a:p>
            <a:pPr algn="ctr"/>
          </a:p>
        </p:txBody>
      </p:sp>
      <p:sp>
        <p:nvSpPr>
          <p:cNvPr id="94" name="Legend color 008"/>
          <p:cNvSpPr/>
          <p:nvPr/>
        </p:nvSpPr>
        <p:spPr>
          <a:xfrm>
            <a:off x="8472730" y="493888"/>
            <a:ext cx="28097" cy="164629"/>
          </a:xfrm>
          <a:prstGeom prst="rect">
            <a:avLst/>
          </a:prstGeom>
          <a:solidFill>
            <a:srgbClr val="FBF3EB"/>
          </a:solidFill>
          <a:ln>
            <a:noFill/>
          </a:ln>
          <a:effectLst/>
        </p:spPr>
        <p:txBody>
          <a:bodyPr rtlCol="0" anchor="ctr"/>
          <a:lstStyle/>
          <a:p>
            <a:pPr algn="ctr"/>
          </a:p>
        </p:txBody>
      </p:sp>
      <p:sp>
        <p:nvSpPr>
          <p:cNvPr id="95" name="Legend color 009"/>
          <p:cNvSpPr/>
          <p:nvPr/>
        </p:nvSpPr>
        <p:spPr>
          <a:xfrm>
            <a:off x="8500474" y="493888"/>
            <a:ext cx="28097" cy="164629"/>
          </a:xfrm>
          <a:prstGeom prst="rect">
            <a:avLst/>
          </a:prstGeom>
          <a:solidFill>
            <a:srgbClr val="FAF3EA"/>
          </a:solidFill>
          <a:ln>
            <a:noFill/>
          </a:ln>
          <a:effectLst/>
        </p:spPr>
        <p:txBody>
          <a:bodyPr rtlCol="0" anchor="ctr"/>
          <a:lstStyle/>
          <a:p>
            <a:pPr algn="ctr"/>
          </a:p>
        </p:txBody>
      </p:sp>
      <p:sp>
        <p:nvSpPr>
          <p:cNvPr id="96" name="Legend color 010"/>
          <p:cNvSpPr/>
          <p:nvPr/>
        </p:nvSpPr>
        <p:spPr>
          <a:xfrm>
            <a:off x="8528219" y="493888"/>
            <a:ext cx="28097" cy="164629"/>
          </a:xfrm>
          <a:prstGeom prst="rect">
            <a:avLst/>
          </a:prstGeom>
          <a:solidFill>
            <a:srgbClr val="FAF2E9"/>
          </a:solidFill>
          <a:ln>
            <a:noFill/>
          </a:ln>
          <a:effectLst/>
        </p:spPr>
        <p:txBody>
          <a:bodyPr rtlCol="0" anchor="ctr"/>
          <a:lstStyle/>
          <a:p>
            <a:pPr algn="ctr"/>
          </a:p>
        </p:txBody>
      </p:sp>
      <p:sp>
        <p:nvSpPr>
          <p:cNvPr id="97" name="Legend color 011"/>
          <p:cNvSpPr/>
          <p:nvPr/>
        </p:nvSpPr>
        <p:spPr>
          <a:xfrm>
            <a:off x="8555963" y="493888"/>
            <a:ext cx="28097" cy="164629"/>
          </a:xfrm>
          <a:prstGeom prst="rect">
            <a:avLst/>
          </a:prstGeom>
          <a:solidFill>
            <a:srgbClr val="FAF1E8"/>
          </a:solidFill>
          <a:ln>
            <a:noFill/>
          </a:ln>
          <a:effectLst/>
        </p:spPr>
        <p:txBody>
          <a:bodyPr rtlCol="0" anchor="ctr"/>
          <a:lstStyle/>
          <a:p>
            <a:pPr algn="ctr"/>
          </a:p>
        </p:txBody>
      </p:sp>
      <p:sp>
        <p:nvSpPr>
          <p:cNvPr id="98" name="Legend color 012"/>
          <p:cNvSpPr/>
          <p:nvPr/>
        </p:nvSpPr>
        <p:spPr>
          <a:xfrm>
            <a:off x="8583708" y="493888"/>
            <a:ext cx="28097" cy="164629"/>
          </a:xfrm>
          <a:prstGeom prst="rect">
            <a:avLst/>
          </a:prstGeom>
          <a:solidFill>
            <a:srgbClr val="FAF1E7"/>
          </a:solidFill>
          <a:ln>
            <a:noFill/>
          </a:ln>
          <a:effectLst/>
        </p:spPr>
        <p:txBody>
          <a:bodyPr rtlCol="0" anchor="ctr"/>
          <a:lstStyle/>
          <a:p>
            <a:pPr algn="ctr"/>
          </a:p>
        </p:txBody>
      </p:sp>
      <p:sp>
        <p:nvSpPr>
          <p:cNvPr id="99" name="Legend color 013"/>
          <p:cNvSpPr/>
          <p:nvPr/>
        </p:nvSpPr>
        <p:spPr>
          <a:xfrm>
            <a:off x="8611452" y="493888"/>
            <a:ext cx="28097" cy="164629"/>
          </a:xfrm>
          <a:prstGeom prst="rect">
            <a:avLst/>
          </a:prstGeom>
          <a:solidFill>
            <a:srgbClr val="FAF0E6"/>
          </a:solidFill>
          <a:ln>
            <a:noFill/>
          </a:ln>
          <a:effectLst/>
        </p:spPr>
        <p:txBody>
          <a:bodyPr rtlCol="0" anchor="ctr"/>
          <a:lstStyle/>
          <a:p>
            <a:pPr algn="ctr"/>
          </a:p>
        </p:txBody>
      </p:sp>
      <p:sp>
        <p:nvSpPr>
          <p:cNvPr id="100" name="Legend color 014"/>
          <p:cNvSpPr/>
          <p:nvPr/>
        </p:nvSpPr>
        <p:spPr>
          <a:xfrm>
            <a:off x="8639197" y="493888"/>
            <a:ext cx="28097" cy="164629"/>
          </a:xfrm>
          <a:prstGeom prst="rect">
            <a:avLst/>
          </a:prstGeom>
          <a:solidFill>
            <a:srgbClr val="F9F0E5"/>
          </a:solidFill>
          <a:ln>
            <a:noFill/>
          </a:ln>
          <a:effectLst/>
        </p:spPr>
        <p:txBody>
          <a:bodyPr rtlCol="0" anchor="ctr"/>
          <a:lstStyle/>
          <a:p>
            <a:pPr algn="ctr"/>
          </a:p>
        </p:txBody>
      </p:sp>
      <p:sp>
        <p:nvSpPr>
          <p:cNvPr id="101" name="Legend color 015"/>
          <p:cNvSpPr/>
          <p:nvPr/>
        </p:nvSpPr>
        <p:spPr>
          <a:xfrm>
            <a:off x="8666941" y="493888"/>
            <a:ext cx="28097" cy="164629"/>
          </a:xfrm>
          <a:prstGeom prst="rect">
            <a:avLst/>
          </a:prstGeom>
          <a:solidFill>
            <a:srgbClr val="F9EFE4"/>
          </a:solidFill>
          <a:ln>
            <a:noFill/>
          </a:ln>
          <a:effectLst/>
        </p:spPr>
        <p:txBody>
          <a:bodyPr rtlCol="0" anchor="ctr"/>
          <a:lstStyle/>
          <a:p>
            <a:pPr algn="ctr"/>
          </a:p>
        </p:txBody>
      </p:sp>
      <p:sp>
        <p:nvSpPr>
          <p:cNvPr id="102" name="Legend color 016"/>
          <p:cNvSpPr/>
          <p:nvPr/>
        </p:nvSpPr>
        <p:spPr>
          <a:xfrm>
            <a:off x="8694686" y="493888"/>
            <a:ext cx="28097" cy="164629"/>
          </a:xfrm>
          <a:prstGeom prst="rect">
            <a:avLst/>
          </a:prstGeom>
          <a:solidFill>
            <a:srgbClr val="F9EEE3"/>
          </a:solidFill>
          <a:ln>
            <a:noFill/>
          </a:ln>
          <a:effectLst/>
        </p:spPr>
        <p:txBody>
          <a:bodyPr rtlCol="0" anchor="ctr"/>
          <a:lstStyle/>
          <a:p>
            <a:pPr algn="ctr"/>
          </a:p>
        </p:txBody>
      </p:sp>
      <p:sp>
        <p:nvSpPr>
          <p:cNvPr id="103" name="Legend color 017"/>
          <p:cNvSpPr/>
          <p:nvPr/>
        </p:nvSpPr>
        <p:spPr>
          <a:xfrm>
            <a:off x="8722430" y="493888"/>
            <a:ext cx="28097" cy="164629"/>
          </a:xfrm>
          <a:prstGeom prst="rect">
            <a:avLst/>
          </a:prstGeom>
          <a:solidFill>
            <a:srgbClr val="F9EEE2"/>
          </a:solidFill>
          <a:ln>
            <a:noFill/>
          </a:ln>
          <a:effectLst/>
        </p:spPr>
        <p:txBody>
          <a:bodyPr rtlCol="0" anchor="ctr"/>
          <a:lstStyle/>
          <a:p>
            <a:pPr algn="ctr"/>
          </a:p>
        </p:txBody>
      </p:sp>
      <p:sp>
        <p:nvSpPr>
          <p:cNvPr id="104" name="Legend color 018"/>
          <p:cNvSpPr/>
          <p:nvPr/>
        </p:nvSpPr>
        <p:spPr>
          <a:xfrm>
            <a:off x="8750175" y="493888"/>
            <a:ext cx="28097" cy="164629"/>
          </a:xfrm>
          <a:prstGeom prst="rect">
            <a:avLst/>
          </a:prstGeom>
          <a:solidFill>
            <a:srgbClr val="F9EDE1"/>
          </a:solidFill>
          <a:ln>
            <a:noFill/>
          </a:ln>
          <a:effectLst/>
        </p:spPr>
        <p:txBody>
          <a:bodyPr rtlCol="0" anchor="ctr"/>
          <a:lstStyle/>
          <a:p>
            <a:pPr algn="ctr"/>
          </a:p>
        </p:txBody>
      </p:sp>
      <p:sp>
        <p:nvSpPr>
          <p:cNvPr id="105" name="Legend color 019"/>
          <p:cNvSpPr/>
          <p:nvPr/>
        </p:nvSpPr>
        <p:spPr>
          <a:xfrm>
            <a:off x="8777919" y="493888"/>
            <a:ext cx="28097" cy="164629"/>
          </a:xfrm>
          <a:prstGeom prst="rect">
            <a:avLst/>
          </a:prstGeom>
          <a:solidFill>
            <a:srgbClr val="F8ECE0"/>
          </a:solidFill>
          <a:ln>
            <a:noFill/>
          </a:ln>
          <a:effectLst/>
        </p:spPr>
        <p:txBody>
          <a:bodyPr rtlCol="0" anchor="ctr"/>
          <a:lstStyle/>
          <a:p>
            <a:pPr algn="ctr"/>
          </a:p>
        </p:txBody>
      </p:sp>
      <p:sp>
        <p:nvSpPr>
          <p:cNvPr id="106" name="Legend color 020"/>
          <p:cNvSpPr/>
          <p:nvPr/>
        </p:nvSpPr>
        <p:spPr>
          <a:xfrm>
            <a:off x="8805664" y="493888"/>
            <a:ext cx="28097" cy="164629"/>
          </a:xfrm>
          <a:prstGeom prst="rect">
            <a:avLst/>
          </a:prstGeom>
          <a:solidFill>
            <a:srgbClr val="F8ECDF"/>
          </a:solidFill>
          <a:ln>
            <a:noFill/>
          </a:ln>
          <a:effectLst/>
        </p:spPr>
        <p:txBody>
          <a:bodyPr rtlCol="0" anchor="ctr"/>
          <a:lstStyle/>
          <a:p>
            <a:pPr algn="ctr"/>
          </a:p>
        </p:txBody>
      </p:sp>
      <p:sp>
        <p:nvSpPr>
          <p:cNvPr id="107" name="Legend color 021"/>
          <p:cNvSpPr/>
          <p:nvPr/>
        </p:nvSpPr>
        <p:spPr>
          <a:xfrm>
            <a:off x="8833408" y="493888"/>
            <a:ext cx="28097" cy="164629"/>
          </a:xfrm>
          <a:prstGeom prst="rect">
            <a:avLst/>
          </a:prstGeom>
          <a:solidFill>
            <a:srgbClr val="F8EBDE"/>
          </a:solidFill>
          <a:ln>
            <a:noFill/>
          </a:ln>
          <a:effectLst/>
        </p:spPr>
        <p:txBody>
          <a:bodyPr rtlCol="0" anchor="ctr"/>
          <a:lstStyle/>
          <a:p>
            <a:pPr algn="ctr"/>
          </a:p>
        </p:txBody>
      </p:sp>
      <p:sp>
        <p:nvSpPr>
          <p:cNvPr id="108" name="Legend color 022"/>
          <p:cNvSpPr/>
          <p:nvPr/>
        </p:nvSpPr>
        <p:spPr>
          <a:xfrm>
            <a:off x="8861153" y="493888"/>
            <a:ext cx="28097" cy="164629"/>
          </a:xfrm>
          <a:prstGeom prst="rect">
            <a:avLst/>
          </a:prstGeom>
          <a:solidFill>
            <a:srgbClr val="F8EBDD"/>
          </a:solidFill>
          <a:ln>
            <a:noFill/>
          </a:ln>
          <a:effectLst/>
        </p:spPr>
        <p:txBody>
          <a:bodyPr rtlCol="0" anchor="ctr"/>
          <a:lstStyle/>
          <a:p>
            <a:pPr algn="ctr"/>
          </a:p>
        </p:txBody>
      </p:sp>
      <p:sp>
        <p:nvSpPr>
          <p:cNvPr id="109" name="Legend color 023"/>
          <p:cNvSpPr/>
          <p:nvPr/>
        </p:nvSpPr>
        <p:spPr>
          <a:xfrm>
            <a:off x="8888897" y="493888"/>
            <a:ext cx="28097" cy="164629"/>
          </a:xfrm>
          <a:prstGeom prst="rect">
            <a:avLst/>
          </a:prstGeom>
          <a:solidFill>
            <a:srgbClr val="F8EADC"/>
          </a:solidFill>
          <a:ln>
            <a:noFill/>
          </a:ln>
          <a:effectLst/>
        </p:spPr>
        <p:txBody>
          <a:bodyPr rtlCol="0" anchor="ctr"/>
          <a:lstStyle/>
          <a:p>
            <a:pPr algn="ctr"/>
          </a:p>
        </p:txBody>
      </p:sp>
      <p:sp>
        <p:nvSpPr>
          <p:cNvPr id="110" name="Legend color 024"/>
          <p:cNvSpPr/>
          <p:nvPr/>
        </p:nvSpPr>
        <p:spPr>
          <a:xfrm>
            <a:off x="8916642" y="493888"/>
            <a:ext cx="28097" cy="164629"/>
          </a:xfrm>
          <a:prstGeom prst="rect">
            <a:avLst/>
          </a:prstGeom>
          <a:solidFill>
            <a:srgbClr val="F7E9DB"/>
          </a:solidFill>
          <a:ln>
            <a:noFill/>
          </a:ln>
          <a:effectLst/>
        </p:spPr>
        <p:txBody>
          <a:bodyPr rtlCol="0" anchor="ctr"/>
          <a:lstStyle/>
          <a:p>
            <a:pPr algn="ctr"/>
          </a:p>
        </p:txBody>
      </p:sp>
      <p:sp>
        <p:nvSpPr>
          <p:cNvPr id="111" name="Legend color 025"/>
          <p:cNvSpPr/>
          <p:nvPr/>
        </p:nvSpPr>
        <p:spPr>
          <a:xfrm>
            <a:off x="8944386" y="493888"/>
            <a:ext cx="28097" cy="164629"/>
          </a:xfrm>
          <a:prstGeom prst="rect">
            <a:avLst/>
          </a:prstGeom>
          <a:solidFill>
            <a:srgbClr val="F7E9DA"/>
          </a:solidFill>
          <a:ln>
            <a:noFill/>
          </a:ln>
          <a:effectLst/>
        </p:spPr>
        <p:txBody>
          <a:bodyPr rtlCol="0" anchor="ctr"/>
          <a:lstStyle/>
          <a:p>
            <a:pPr algn="ctr"/>
          </a:p>
        </p:txBody>
      </p:sp>
      <p:sp>
        <p:nvSpPr>
          <p:cNvPr id="112" name="Legend color 026"/>
          <p:cNvSpPr/>
          <p:nvPr/>
        </p:nvSpPr>
        <p:spPr>
          <a:xfrm>
            <a:off x="8972131" y="493888"/>
            <a:ext cx="28097" cy="164629"/>
          </a:xfrm>
          <a:prstGeom prst="rect">
            <a:avLst/>
          </a:prstGeom>
          <a:solidFill>
            <a:srgbClr val="F7E8D9"/>
          </a:solidFill>
          <a:ln>
            <a:noFill/>
          </a:ln>
          <a:effectLst/>
        </p:spPr>
        <p:txBody>
          <a:bodyPr rtlCol="0" anchor="ctr"/>
          <a:lstStyle/>
          <a:p>
            <a:pPr algn="ctr"/>
          </a:p>
        </p:txBody>
      </p:sp>
      <p:sp>
        <p:nvSpPr>
          <p:cNvPr id="113" name="Legend color 027"/>
          <p:cNvSpPr/>
          <p:nvPr/>
        </p:nvSpPr>
        <p:spPr>
          <a:xfrm>
            <a:off x="8999875" y="493888"/>
            <a:ext cx="28097" cy="164629"/>
          </a:xfrm>
          <a:prstGeom prst="rect">
            <a:avLst/>
          </a:prstGeom>
          <a:solidFill>
            <a:srgbClr val="F7E7D8"/>
          </a:solidFill>
          <a:ln>
            <a:noFill/>
          </a:ln>
          <a:effectLst/>
        </p:spPr>
        <p:txBody>
          <a:bodyPr rtlCol="0" anchor="ctr"/>
          <a:lstStyle/>
          <a:p>
            <a:pPr algn="ctr"/>
          </a:p>
        </p:txBody>
      </p:sp>
      <p:sp>
        <p:nvSpPr>
          <p:cNvPr id="114" name="Legend color 028"/>
          <p:cNvSpPr/>
          <p:nvPr/>
        </p:nvSpPr>
        <p:spPr>
          <a:xfrm>
            <a:off x="9027620" y="493888"/>
            <a:ext cx="28097" cy="164629"/>
          </a:xfrm>
          <a:prstGeom prst="rect">
            <a:avLst/>
          </a:prstGeom>
          <a:solidFill>
            <a:srgbClr val="F7E6D6"/>
          </a:solidFill>
          <a:ln>
            <a:noFill/>
          </a:ln>
          <a:effectLst/>
        </p:spPr>
        <p:txBody>
          <a:bodyPr rtlCol="0" anchor="ctr"/>
          <a:lstStyle/>
          <a:p>
            <a:pPr algn="ctr"/>
          </a:p>
        </p:txBody>
      </p:sp>
      <p:sp>
        <p:nvSpPr>
          <p:cNvPr id="115" name="Legend color 029"/>
          <p:cNvSpPr/>
          <p:nvPr/>
        </p:nvSpPr>
        <p:spPr>
          <a:xfrm>
            <a:off x="9055364" y="493888"/>
            <a:ext cx="28097" cy="164629"/>
          </a:xfrm>
          <a:prstGeom prst="rect">
            <a:avLst/>
          </a:prstGeom>
          <a:solidFill>
            <a:srgbClr val="F6E5D5"/>
          </a:solidFill>
          <a:ln>
            <a:noFill/>
          </a:ln>
          <a:effectLst/>
        </p:spPr>
        <p:txBody>
          <a:bodyPr rtlCol="0" anchor="ctr"/>
          <a:lstStyle/>
          <a:p>
            <a:pPr algn="ctr"/>
          </a:p>
        </p:txBody>
      </p:sp>
      <p:sp>
        <p:nvSpPr>
          <p:cNvPr id="116" name="Legend color 030"/>
          <p:cNvSpPr/>
          <p:nvPr/>
        </p:nvSpPr>
        <p:spPr>
          <a:xfrm>
            <a:off x="9083109" y="493888"/>
            <a:ext cx="28097" cy="164629"/>
          </a:xfrm>
          <a:prstGeom prst="rect">
            <a:avLst/>
          </a:prstGeom>
          <a:solidFill>
            <a:srgbClr val="F6E4D4"/>
          </a:solidFill>
          <a:ln>
            <a:noFill/>
          </a:ln>
          <a:effectLst/>
        </p:spPr>
        <p:txBody>
          <a:bodyPr rtlCol="0" anchor="ctr"/>
          <a:lstStyle/>
          <a:p>
            <a:pPr algn="ctr"/>
          </a:p>
        </p:txBody>
      </p:sp>
      <p:sp>
        <p:nvSpPr>
          <p:cNvPr id="117" name="Legend color 031"/>
          <p:cNvSpPr/>
          <p:nvPr/>
        </p:nvSpPr>
        <p:spPr>
          <a:xfrm>
            <a:off x="9110853" y="493888"/>
            <a:ext cx="28097" cy="164629"/>
          </a:xfrm>
          <a:prstGeom prst="rect">
            <a:avLst/>
          </a:prstGeom>
          <a:solidFill>
            <a:srgbClr val="F6E4D2"/>
          </a:solidFill>
          <a:ln>
            <a:noFill/>
          </a:ln>
          <a:effectLst/>
        </p:spPr>
        <p:txBody>
          <a:bodyPr rtlCol="0" anchor="ctr"/>
          <a:lstStyle/>
          <a:p>
            <a:pPr algn="ctr"/>
          </a:p>
        </p:txBody>
      </p:sp>
      <p:sp>
        <p:nvSpPr>
          <p:cNvPr id="118" name="Legend color 032"/>
          <p:cNvSpPr/>
          <p:nvPr/>
        </p:nvSpPr>
        <p:spPr>
          <a:xfrm>
            <a:off x="9138598" y="493888"/>
            <a:ext cx="28097" cy="164629"/>
          </a:xfrm>
          <a:prstGeom prst="rect">
            <a:avLst/>
          </a:prstGeom>
          <a:solidFill>
            <a:srgbClr val="F6E3D1"/>
          </a:solidFill>
          <a:ln>
            <a:noFill/>
          </a:ln>
          <a:effectLst/>
        </p:spPr>
        <p:txBody>
          <a:bodyPr rtlCol="0" anchor="ctr"/>
          <a:lstStyle/>
          <a:p>
            <a:pPr algn="ctr"/>
          </a:p>
        </p:txBody>
      </p:sp>
      <p:sp>
        <p:nvSpPr>
          <p:cNvPr id="119" name="Legend color 033"/>
          <p:cNvSpPr/>
          <p:nvPr/>
        </p:nvSpPr>
        <p:spPr>
          <a:xfrm>
            <a:off x="9166342" y="493888"/>
            <a:ext cx="28097" cy="164629"/>
          </a:xfrm>
          <a:prstGeom prst="rect">
            <a:avLst/>
          </a:prstGeom>
          <a:solidFill>
            <a:srgbClr val="F5E2D0"/>
          </a:solidFill>
          <a:ln>
            <a:noFill/>
          </a:ln>
          <a:effectLst/>
        </p:spPr>
        <p:txBody>
          <a:bodyPr rtlCol="0" anchor="ctr"/>
          <a:lstStyle/>
          <a:p>
            <a:pPr algn="ctr"/>
          </a:p>
        </p:txBody>
      </p:sp>
      <p:sp>
        <p:nvSpPr>
          <p:cNvPr id="120" name="Legend color 034"/>
          <p:cNvSpPr/>
          <p:nvPr/>
        </p:nvSpPr>
        <p:spPr>
          <a:xfrm>
            <a:off x="9194087" y="493888"/>
            <a:ext cx="28097" cy="164629"/>
          </a:xfrm>
          <a:prstGeom prst="rect">
            <a:avLst/>
          </a:prstGeom>
          <a:solidFill>
            <a:srgbClr val="F5E1CE"/>
          </a:solidFill>
          <a:ln>
            <a:noFill/>
          </a:ln>
          <a:effectLst/>
        </p:spPr>
        <p:txBody>
          <a:bodyPr rtlCol="0" anchor="ctr"/>
          <a:lstStyle/>
          <a:p>
            <a:pPr algn="ctr"/>
          </a:p>
        </p:txBody>
      </p:sp>
      <p:sp>
        <p:nvSpPr>
          <p:cNvPr id="121" name="Legend color 035"/>
          <p:cNvSpPr/>
          <p:nvPr/>
        </p:nvSpPr>
        <p:spPr>
          <a:xfrm>
            <a:off x="9221831" y="493888"/>
            <a:ext cx="28097" cy="164629"/>
          </a:xfrm>
          <a:prstGeom prst="rect">
            <a:avLst/>
          </a:prstGeom>
          <a:solidFill>
            <a:srgbClr val="F5E0CD"/>
          </a:solidFill>
          <a:ln>
            <a:noFill/>
          </a:ln>
          <a:effectLst/>
        </p:spPr>
        <p:txBody>
          <a:bodyPr rtlCol="0" anchor="ctr"/>
          <a:lstStyle/>
          <a:p>
            <a:pPr algn="ctr"/>
          </a:p>
        </p:txBody>
      </p:sp>
      <p:sp>
        <p:nvSpPr>
          <p:cNvPr id="122" name="Legend color 036"/>
          <p:cNvSpPr/>
          <p:nvPr/>
        </p:nvSpPr>
        <p:spPr>
          <a:xfrm>
            <a:off x="9249576" y="493888"/>
            <a:ext cx="28097" cy="164629"/>
          </a:xfrm>
          <a:prstGeom prst="rect">
            <a:avLst/>
          </a:prstGeom>
          <a:solidFill>
            <a:srgbClr val="F5DFCC"/>
          </a:solidFill>
          <a:ln>
            <a:noFill/>
          </a:ln>
          <a:effectLst/>
        </p:spPr>
        <p:txBody>
          <a:bodyPr rtlCol="0" anchor="ctr"/>
          <a:lstStyle/>
          <a:p>
            <a:pPr algn="ctr"/>
          </a:p>
        </p:txBody>
      </p:sp>
      <p:sp>
        <p:nvSpPr>
          <p:cNvPr id="123" name="Legend color 037"/>
          <p:cNvSpPr/>
          <p:nvPr/>
        </p:nvSpPr>
        <p:spPr>
          <a:xfrm>
            <a:off x="9277320" y="493888"/>
            <a:ext cx="28097" cy="164629"/>
          </a:xfrm>
          <a:prstGeom prst="rect">
            <a:avLst/>
          </a:prstGeom>
          <a:solidFill>
            <a:srgbClr val="F4DECA"/>
          </a:solidFill>
          <a:ln>
            <a:noFill/>
          </a:ln>
          <a:effectLst/>
        </p:spPr>
        <p:txBody>
          <a:bodyPr rtlCol="0" anchor="ctr"/>
          <a:lstStyle/>
          <a:p>
            <a:pPr algn="ctr"/>
          </a:p>
        </p:txBody>
      </p:sp>
      <p:sp>
        <p:nvSpPr>
          <p:cNvPr id="124" name="Legend color 038"/>
          <p:cNvSpPr/>
          <p:nvPr/>
        </p:nvSpPr>
        <p:spPr>
          <a:xfrm>
            <a:off x="9305065" y="493888"/>
            <a:ext cx="28097" cy="164629"/>
          </a:xfrm>
          <a:prstGeom prst="rect">
            <a:avLst/>
          </a:prstGeom>
          <a:solidFill>
            <a:srgbClr val="F4DDC9"/>
          </a:solidFill>
          <a:ln>
            <a:noFill/>
          </a:ln>
          <a:effectLst/>
        </p:spPr>
        <p:txBody>
          <a:bodyPr rtlCol="0" anchor="ctr"/>
          <a:lstStyle/>
          <a:p>
            <a:pPr algn="ctr"/>
          </a:p>
        </p:txBody>
      </p:sp>
      <p:sp>
        <p:nvSpPr>
          <p:cNvPr id="125" name="Legend color 039"/>
          <p:cNvSpPr/>
          <p:nvPr/>
        </p:nvSpPr>
        <p:spPr>
          <a:xfrm>
            <a:off x="9332809" y="493888"/>
            <a:ext cx="28097" cy="164629"/>
          </a:xfrm>
          <a:prstGeom prst="rect">
            <a:avLst/>
          </a:prstGeom>
          <a:solidFill>
            <a:srgbClr val="F4DCC8"/>
          </a:solidFill>
          <a:ln>
            <a:noFill/>
          </a:ln>
          <a:effectLst/>
        </p:spPr>
        <p:txBody>
          <a:bodyPr rtlCol="0" anchor="ctr"/>
          <a:lstStyle/>
          <a:p>
            <a:pPr algn="ctr"/>
          </a:p>
        </p:txBody>
      </p:sp>
      <p:sp>
        <p:nvSpPr>
          <p:cNvPr id="126" name="Legend color 040"/>
          <p:cNvSpPr/>
          <p:nvPr/>
        </p:nvSpPr>
        <p:spPr>
          <a:xfrm>
            <a:off x="9360554" y="493888"/>
            <a:ext cx="28097" cy="164629"/>
          </a:xfrm>
          <a:prstGeom prst="rect">
            <a:avLst/>
          </a:prstGeom>
          <a:solidFill>
            <a:srgbClr val="F4DBC6"/>
          </a:solidFill>
          <a:ln>
            <a:noFill/>
          </a:ln>
          <a:effectLst/>
        </p:spPr>
        <p:txBody>
          <a:bodyPr rtlCol="0" anchor="ctr"/>
          <a:lstStyle/>
          <a:p>
            <a:pPr algn="ctr"/>
          </a:p>
        </p:txBody>
      </p:sp>
      <p:sp>
        <p:nvSpPr>
          <p:cNvPr id="127" name="Legend color 041"/>
          <p:cNvSpPr/>
          <p:nvPr/>
        </p:nvSpPr>
        <p:spPr>
          <a:xfrm>
            <a:off x="9388298" y="493888"/>
            <a:ext cx="28097" cy="164629"/>
          </a:xfrm>
          <a:prstGeom prst="rect">
            <a:avLst/>
          </a:prstGeom>
          <a:solidFill>
            <a:srgbClr val="F3DBC5"/>
          </a:solidFill>
          <a:ln>
            <a:noFill/>
          </a:ln>
          <a:effectLst/>
        </p:spPr>
        <p:txBody>
          <a:bodyPr rtlCol="0" anchor="ctr"/>
          <a:lstStyle/>
          <a:p>
            <a:pPr algn="ctr"/>
          </a:p>
        </p:txBody>
      </p:sp>
      <p:sp>
        <p:nvSpPr>
          <p:cNvPr id="128" name="Legend color 042"/>
          <p:cNvSpPr/>
          <p:nvPr/>
        </p:nvSpPr>
        <p:spPr>
          <a:xfrm>
            <a:off x="9416043" y="493888"/>
            <a:ext cx="28097" cy="164629"/>
          </a:xfrm>
          <a:prstGeom prst="rect">
            <a:avLst/>
          </a:prstGeom>
          <a:solidFill>
            <a:srgbClr val="F3DAC4"/>
          </a:solidFill>
          <a:ln>
            <a:noFill/>
          </a:ln>
          <a:effectLst/>
        </p:spPr>
        <p:txBody>
          <a:bodyPr rtlCol="0" anchor="ctr"/>
          <a:lstStyle/>
          <a:p>
            <a:pPr algn="ctr"/>
          </a:p>
        </p:txBody>
      </p:sp>
      <p:sp>
        <p:nvSpPr>
          <p:cNvPr id="129" name="Legend color 043"/>
          <p:cNvSpPr/>
          <p:nvPr/>
        </p:nvSpPr>
        <p:spPr>
          <a:xfrm>
            <a:off x="9443787" y="493888"/>
            <a:ext cx="28097" cy="164629"/>
          </a:xfrm>
          <a:prstGeom prst="rect">
            <a:avLst/>
          </a:prstGeom>
          <a:solidFill>
            <a:srgbClr val="F3D9C2"/>
          </a:solidFill>
          <a:ln>
            <a:noFill/>
          </a:ln>
          <a:effectLst/>
        </p:spPr>
        <p:txBody>
          <a:bodyPr rtlCol="0" anchor="ctr"/>
          <a:lstStyle/>
          <a:p>
            <a:pPr algn="ctr"/>
          </a:p>
        </p:txBody>
      </p:sp>
      <p:sp>
        <p:nvSpPr>
          <p:cNvPr id="130" name="Legend color 044"/>
          <p:cNvSpPr/>
          <p:nvPr/>
        </p:nvSpPr>
        <p:spPr>
          <a:xfrm>
            <a:off x="9471532" y="493888"/>
            <a:ext cx="28097" cy="164629"/>
          </a:xfrm>
          <a:prstGeom prst="rect">
            <a:avLst/>
          </a:prstGeom>
          <a:solidFill>
            <a:srgbClr val="F3D8C1"/>
          </a:solidFill>
          <a:ln>
            <a:noFill/>
          </a:ln>
          <a:effectLst/>
        </p:spPr>
        <p:txBody>
          <a:bodyPr rtlCol="0" anchor="ctr"/>
          <a:lstStyle/>
          <a:p>
            <a:pPr algn="ctr"/>
          </a:p>
        </p:txBody>
      </p:sp>
      <p:sp>
        <p:nvSpPr>
          <p:cNvPr id="131" name="Legend color 045"/>
          <p:cNvSpPr/>
          <p:nvPr/>
        </p:nvSpPr>
        <p:spPr>
          <a:xfrm>
            <a:off x="9499276" y="493888"/>
            <a:ext cx="28097" cy="164629"/>
          </a:xfrm>
          <a:prstGeom prst="rect">
            <a:avLst/>
          </a:prstGeom>
          <a:solidFill>
            <a:srgbClr val="F3D7C0"/>
          </a:solidFill>
          <a:ln>
            <a:noFill/>
          </a:ln>
          <a:effectLst/>
        </p:spPr>
        <p:txBody>
          <a:bodyPr rtlCol="0" anchor="ctr"/>
          <a:lstStyle/>
          <a:p>
            <a:pPr algn="ctr"/>
          </a:p>
        </p:txBody>
      </p:sp>
      <p:sp>
        <p:nvSpPr>
          <p:cNvPr id="132" name="Legend color 046"/>
          <p:cNvSpPr/>
          <p:nvPr/>
        </p:nvSpPr>
        <p:spPr>
          <a:xfrm>
            <a:off x="9527021" y="493888"/>
            <a:ext cx="28097" cy="164629"/>
          </a:xfrm>
          <a:prstGeom prst="rect">
            <a:avLst/>
          </a:prstGeom>
          <a:solidFill>
            <a:srgbClr val="F2D6BF"/>
          </a:solidFill>
          <a:ln>
            <a:noFill/>
          </a:ln>
          <a:effectLst/>
        </p:spPr>
        <p:txBody>
          <a:bodyPr rtlCol="0" anchor="ctr"/>
          <a:lstStyle/>
          <a:p>
            <a:pPr algn="ctr"/>
          </a:p>
        </p:txBody>
      </p:sp>
      <p:sp>
        <p:nvSpPr>
          <p:cNvPr id="133" name="Legend color 047"/>
          <p:cNvSpPr/>
          <p:nvPr/>
        </p:nvSpPr>
        <p:spPr>
          <a:xfrm>
            <a:off x="9554765" y="493888"/>
            <a:ext cx="28097" cy="164629"/>
          </a:xfrm>
          <a:prstGeom prst="rect">
            <a:avLst/>
          </a:prstGeom>
          <a:solidFill>
            <a:srgbClr val="F2D5BD"/>
          </a:solidFill>
          <a:ln>
            <a:noFill/>
          </a:ln>
          <a:effectLst/>
        </p:spPr>
        <p:txBody>
          <a:bodyPr rtlCol="0" anchor="ctr"/>
          <a:lstStyle/>
          <a:p>
            <a:pPr algn="ctr"/>
          </a:p>
        </p:txBody>
      </p:sp>
      <p:sp>
        <p:nvSpPr>
          <p:cNvPr id="134" name="Legend color 048"/>
          <p:cNvSpPr/>
          <p:nvPr/>
        </p:nvSpPr>
        <p:spPr>
          <a:xfrm>
            <a:off x="9582510" y="493888"/>
            <a:ext cx="28097" cy="164629"/>
          </a:xfrm>
          <a:prstGeom prst="rect">
            <a:avLst/>
          </a:prstGeom>
          <a:solidFill>
            <a:srgbClr val="F2D4BC"/>
          </a:solidFill>
          <a:ln>
            <a:noFill/>
          </a:ln>
          <a:effectLst/>
        </p:spPr>
        <p:txBody>
          <a:bodyPr rtlCol="0" anchor="ctr"/>
          <a:lstStyle/>
          <a:p>
            <a:pPr algn="ctr"/>
          </a:p>
        </p:txBody>
      </p:sp>
      <p:sp>
        <p:nvSpPr>
          <p:cNvPr id="135" name="Legend color 049"/>
          <p:cNvSpPr/>
          <p:nvPr/>
        </p:nvSpPr>
        <p:spPr>
          <a:xfrm>
            <a:off x="9610254" y="493888"/>
            <a:ext cx="28097" cy="164629"/>
          </a:xfrm>
          <a:prstGeom prst="rect">
            <a:avLst/>
          </a:prstGeom>
          <a:solidFill>
            <a:srgbClr val="F2D3BB"/>
          </a:solidFill>
          <a:ln>
            <a:noFill/>
          </a:ln>
          <a:effectLst/>
        </p:spPr>
        <p:txBody>
          <a:bodyPr rtlCol="0" anchor="ctr"/>
          <a:lstStyle/>
          <a:p>
            <a:pPr algn="ctr"/>
          </a:p>
        </p:txBody>
      </p:sp>
      <p:sp>
        <p:nvSpPr>
          <p:cNvPr id="136" name="Legend color 050"/>
          <p:cNvSpPr/>
          <p:nvPr/>
        </p:nvSpPr>
        <p:spPr>
          <a:xfrm>
            <a:off x="9637999" y="493888"/>
            <a:ext cx="28097" cy="164629"/>
          </a:xfrm>
          <a:prstGeom prst="rect">
            <a:avLst/>
          </a:prstGeom>
          <a:solidFill>
            <a:srgbClr val="F1D2B9"/>
          </a:solidFill>
          <a:ln>
            <a:noFill/>
          </a:ln>
          <a:effectLst/>
        </p:spPr>
        <p:txBody>
          <a:bodyPr rtlCol="0" anchor="ctr"/>
          <a:lstStyle/>
          <a:p>
            <a:pPr algn="ctr"/>
          </a:p>
        </p:txBody>
      </p:sp>
      <p:sp>
        <p:nvSpPr>
          <p:cNvPr id="137" name="Legend color 051"/>
          <p:cNvSpPr/>
          <p:nvPr/>
        </p:nvSpPr>
        <p:spPr>
          <a:xfrm>
            <a:off x="9665743" y="493888"/>
            <a:ext cx="28097" cy="164629"/>
          </a:xfrm>
          <a:prstGeom prst="rect">
            <a:avLst/>
          </a:prstGeom>
          <a:solidFill>
            <a:srgbClr val="F1D2B8"/>
          </a:solidFill>
          <a:ln>
            <a:noFill/>
          </a:ln>
          <a:effectLst/>
        </p:spPr>
        <p:txBody>
          <a:bodyPr rtlCol="0" anchor="ctr"/>
          <a:lstStyle/>
          <a:p>
            <a:pPr algn="ctr"/>
          </a:p>
        </p:txBody>
      </p:sp>
      <p:sp>
        <p:nvSpPr>
          <p:cNvPr id="138" name="Legend color 052"/>
          <p:cNvSpPr/>
          <p:nvPr/>
        </p:nvSpPr>
        <p:spPr>
          <a:xfrm>
            <a:off x="9693488" y="493888"/>
            <a:ext cx="28097" cy="164629"/>
          </a:xfrm>
          <a:prstGeom prst="rect">
            <a:avLst/>
          </a:prstGeom>
          <a:solidFill>
            <a:srgbClr val="F1D1B6"/>
          </a:solidFill>
          <a:ln>
            <a:noFill/>
          </a:ln>
          <a:effectLst/>
        </p:spPr>
        <p:txBody>
          <a:bodyPr rtlCol="0" anchor="ctr"/>
          <a:lstStyle/>
          <a:p>
            <a:pPr algn="ctr"/>
          </a:p>
        </p:txBody>
      </p:sp>
      <p:sp>
        <p:nvSpPr>
          <p:cNvPr id="139" name="Legend color 053"/>
          <p:cNvSpPr/>
          <p:nvPr/>
        </p:nvSpPr>
        <p:spPr>
          <a:xfrm>
            <a:off x="9721232" y="493888"/>
            <a:ext cx="28097" cy="164629"/>
          </a:xfrm>
          <a:prstGeom prst="rect">
            <a:avLst/>
          </a:prstGeom>
          <a:solidFill>
            <a:srgbClr val="F1CFB5"/>
          </a:solidFill>
          <a:ln>
            <a:noFill/>
          </a:ln>
          <a:effectLst/>
        </p:spPr>
        <p:txBody>
          <a:bodyPr rtlCol="0" anchor="ctr"/>
          <a:lstStyle/>
          <a:p>
            <a:pPr algn="ctr"/>
          </a:p>
        </p:txBody>
      </p:sp>
      <p:sp>
        <p:nvSpPr>
          <p:cNvPr id="140" name="Legend color 054"/>
          <p:cNvSpPr/>
          <p:nvPr/>
        </p:nvSpPr>
        <p:spPr>
          <a:xfrm>
            <a:off x="9748977" y="493888"/>
            <a:ext cx="28097" cy="164629"/>
          </a:xfrm>
          <a:prstGeom prst="rect">
            <a:avLst/>
          </a:prstGeom>
          <a:solidFill>
            <a:srgbClr val="F0CEB3"/>
          </a:solidFill>
          <a:ln>
            <a:noFill/>
          </a:ln>
          <a:effectLst/>
        </p:spPr>
        <p:txBody>
          <a:bodyPr rtlCol="0" anchor="ctr"/>
          <a:lstStyle/>
          <a:p>
            <a:pPr algn="ctr"/>
          </a:p>
        </p:txBody>
      </p:sp>
      <p:sp>
        <p:nvSpPr>
          <p:cNvPr id="141" name="Legend color 055"/>
          <p:cNvSpPr/>
          <p:nvPr/>
        </p:nvSpPr>
        <p:spPr>
          <a:xfrm>
            <a:off x="9776721" y="493888"/>
            <a:ext cx="28097" cy="164629"/>
          </a:xfrm>
          <a:prstGeom prst="rect">
            <a:avLst/>
          </a:prstGeom>
          <a:solidFill>
            <a:srgbClr val="F0CDB1"/>
          </a:solidFill>
          <a:ln>
            <a:noFill/>
          </a:ln>
          <a:effectLst/>
        </p:spPr>
        <p:txBody>
          <a:bodyPr rtlCol="0" anchor="ctr"/>
          <a:lstStyle/>
          <a:p>
            <a:pPr algn="ctr"/>
          </a:p>
        </p:txBody>
      </p:sp>
      <p:sp>
        <p:nvSpPr>
          <p:cNvPr id="142" name="Legend color 056"/>
          <p:cNvSpPr/>
          <p:nvPr/>
        </p:nvSpPr>
        <p:spPr>
          <a:xfrm>
            <a:off x="9804466" y="493888"/>
            <a:ext cx="28097" cy="164629"/>
          </a:xfrm>
          <a:prstGeom prst="rect">
            <a:avLst/>
          </a:prstGeom>
          <a:solidFill>
            <a:srgbClr val="EFCBB0"/>
          </a:solidFill>
          <a:ln>
            <a:noFill/>
          </a:ln>
          <a:effectLst/>
        </p:spPr>
        <p:txBody>
          <a:bodyPr rtlCol="0" anchor="ctr"/>
          <a:lstStyle/>
          <a:p>
            <a:pPr algn="ctr"/>
          </a:p>
        </p:txBody>
      </p:sp>
      <p:sp>
        <p:nvSpPr>
          <p:cNvPr id="143" name="Legend color 057"/>
          <p:cNvSpPr/>
          <p:nvPr/>
        </p:nvSpPr>
        <p:spPr>
          <a:xfrm>
            <a:off x="9832210" y="493888"/>
            <a:ext cx="28097" cy="164629"/>
          </a:xfrm>
          <a:prstGeom prst="rect">
            <a:avLst/>
          </a:prstGeom>
          <a:solidFill>
            <a:srgbClr val="EFCAAE"/>
          </a:solidFill>
          <a:ln>
            <a:noFill/>
          </a:ln>
          <a:effectLst/>
        </p:spPr>
        <p:txBody>
          <a:bodyPr rtlCol="0" anchor="ctr"/>
          <a:lstStyle/>
          <a:p>
            <a:pPr algn="ctr"/>
          </a:p>
        </p:txBody>
      </p:sp>
      <p:sp>
        <p:nvSpPr>
          <p:cNvPr id="144" name="Legend color 058"/>
          <p:cNvSpPr/>
          <p:nvPr/>
        </p:nvSpPr>
        <p:spPr>
          <a:xfrm>
            <a:off x="9859955" y="493888"/>
            <a:ext cx="28097" cy="164629"/>
          </a:xfrm>
          <a:prstGeom prst="rect">
            <a:avLst/>
          </a:prstGeom>
          <a:solidFill>
            <a:srgbClr val="EFC9AC"/>
          </a:solidFill>
          <a:ln>
            <a:noFill/>
          </a:ln>
          <a:effectLst/>
        </p:spPr>
        <p:txBody>
          <a:bodyPr rtlCol="0" anchor="ctr"/>
          <a:lstStyle/>
          <a:p>
            <a:pPr algn="ctr"/>
          </a:p>
        </p:txBody>
      </p:sp>
      <p:sp>
        <p:nvSpPr>
          <p:cNvPr id="145" name="Legend color 059"/>
          <p:cNvSpPr/>
          <p:nvPr/>
        </p:nvSpPr>
        <p:spPr>
          <a:xfrm>
            <a:off x="9887699" y="493888"/>
            <a:ext cx="28097" cy="164629"/>
          </a:xfrm>
          <a:prstGeom prst="rect">
            <a:avLst/>
          </a:prstGeom>
          <a:solidFill>
            <a:srgbClr val="EEC8AA"/>
          </a:solidFill>
          <a:ln>
            <a:noFill/>
          </a:ln>
          <a:effectLst/>
        </p:spPr>
        <p:txBody>
          <a:bodyPr rtlCol="0" anchor="ctr"/>
          <a:lstStyle/>
          <a:p>
            <a:pPr algn="ctr"/>
          </a:p>
        </p:txBody>
      </p:sp>
      <p:sp>
        <p:nvSpPr>
          <p:cNvPr id="146" name="Legend color 060"/>
          <p:cNvSpPr/>
          <p:nvPr/>
        </p:nvSpPr>
        <p:spPr>
          <a:xfrm>
            <a:off x="9915444" y="493888"/>
            <a:ext cx="28097" cy="164629"/>
          </a:xfrm>
          <a:prstGeom prst="rect">
            <a:avLst/>
          </a:prstGeom>
          <a:solidFill>
            <a:srgbClr val="EEC6A9"/>
          </a:solidFill>
          <a:ln>
            <a:noFill/>
          </a:ln>
          <a:effectLst/>
        </p:spPr>
        <p:txBody>
          <a:bodyPr rtlCol="0" anchor="ctr"/>
          <a:lstStyle/>
          <a:p>
            <a:pPr algn="ctr"/>
          </a:p>
        </p:txBody>
      </p:sp>
      <p:sp>
        <p:nvSpPr>
          <p:cNvPr id="147" name="Legend color 061"/>
          <p:cNvSpPr/>
          <p:nvPr/>
        </p:nvSpPr>
        <p:spPr>
          <a:xfrm>
            <a:off x="9943188" y="493888"/>
            <a:ext cx="28097" cy="164629"/>
          </a:xfrm>
          <a:prstGeom prst="rect">
            <a:avLst/>
          </a:prstGeom>
          <a:solidFill>
            <a:srgbClr val="EEC5A7"/>
          </a:solidFill>
          <a:ln>
            <a:noFill/>
          </a:ln>
          <a:effectLst/>
        </p:spPr>
        <p:txBody>
          <a:bodyPr rtlCol="0" anchor="ctr"/>
          <a:lstStyle/>
          <a:p>
            <a:pPr algn="ctr"/>
          </a:p>
        </p:txBody>
      </p:sp>
      <p:sp>
        <p:nvSpPr>
          <p:cNvPr id="148" name="Legend color 062"/>
          <p:cNvSpPr/>
          <p:nvPr/>
        </p:nvSpPr>
        <p:spPr>
          <a:xfrm>
            <a:off x="9970933" y="493888"/>
            <a:ext cx="28097" cy="164629"/>
          </a:xfrm>
          <a:prstGeom prst="rect">
            <a:avLst/>
          </a:prstGeom>
          <a:solidFill>
            <a:srgbClr val="EDC4A5"/>
          </a:solidFill>
          <a:ln>
            <a:noFill/>
          </a:ln>
          <a:effectLst/>
        </p:spPr>
        <p:txBody>
          <a:bodyPr rtlCol="0" anchor="ctr"/>
          <a:lstStyle/>
          <a:p>
            <a:pPr algn="ctr"/>
          </a:p>
        </p:txBody>
      </p:sp>
      <p:sp>
        <p:nvSpPr>
          <p:cNvPr id="149" name="Legend color 063"/>
          <p:cNvSpPr/>
          <p:nvPr/>
        </p:nvSpPr>
        <p:spPr>
          <a:xfrm>
            <a:off x="9998677" y="493888"/>
            <a:ext cx="28097" cy="164629"/>
          </a:xfrm>
          <a:prstGeom prst="rect">
            <a:avLst/>
          </a:prstGeom>
          <a:solidFill>
            <a:srgbClr val="EDC2A3"/>
          </a:solidFill>
          <a:ln>
            <a:noFill/>
          </a:ln>
          <a:effectLst/>
        </p:spPr>
        <p:txBody>
          <a:bodyPr rtlCol="0" anchor="ctr"/>
          <a:lstStyle/>
          <a:p>
            <a:pPr algn="ctr"/>
          </a:p>
        </p:txBody>
      </p:sp>
      <p:sp>
        <p:nvSpPr>
          <p:cNvPr id="150" name="Legend color 064"/>
          <p:cNvSpPr/>
          <p:nvPr/>
        </p:nvSpPr>
        <p:spPr>
          <a:xfrm>
            <a:off x="10026422" y="493888"/>
            <a:ext cx="28097" cy="164629"/>
          </a:xfrm>
          <a:prstGeom prst="rect">
            <a:avLst/>
          </a:prstGeom>
          <a:solidFill>
            <a:srgbClr val="EDC1A2"/>
          </a:solidFill>
          <a:ln>
            <a:noFill/>
          </a:ln>
          <a:effectLst/>
        </p:spPr>
        <p:txBody>
          <a:bodyPr rtlCol="0" anchor="ctr"/>
          <a:lstStyle/>
          <a:p>
            <a:pPr algn="ctr"/>
          </a:p>
        </p:txBody>
      </p:sp>
      <p:sp>
        <p:nvSpPr>
          <p:cNvPr id="151" name="Legend color 065"/>
          <p:cNvSpPr/>
          <p:nvPr/>
        </p:nvSpPr>
        <p:spPr>
          <a:xfrm>
            <a:off x="10054166" y="493888"/>
            <a:ext cx="28097" cy="164629"/>
          </a:xfrm>
          <a:prstGeom prst="rect">
            <a:avLst/>
          </a:prstGeom>
          <a:solidFill>
            <a:srgbClr val="ECC0A0"/>
          </a:solidFill>
          <a:ln>
            <a:noFill/>
          </a:ln>
          <a:effectLst/>
        </p:spPr>
        <p:txBody>
          <a:bodyPr rtlCol="0" anchor="ctr"/>
          <a:lstStyle/>
          <a:p>
            <a:pPr algn="ctr"/>
          </a:p>
        </p:txBody>
      </p:sp>
      <p:sp>
        <p:nvSpPr>
          <p:cNvPr id="152" name="Legend color 066"/>
          <p:cNvSpPr/>
          <p:nvPr/>
        </p:nvSpPr>
        <p:spPr>
          <a:xfrm>
            <a:off x="10081911" y="493888"/>
            <a:ext cx="28097" cy="164629"/>
          </a:xfrm>
          <a:prstGeom prst="rect">
            <a:avLst/>
          </a:prstGeom>
          <a:solidFill>
            <a:srgbClr val="ECBE9E"/>
          </a:solidFill>
          <a:ln>
            <a:noFill/>
          </a:ln>
          <a:effectLst/>
        </p:spPr>
        <p:txBody>
          <a:bodyPr rtlCol="0" anchor="ctr"/>
          <a:lstStyle/>
          <a:p>
            <a:pPr algn="ctr"/>
          </a:p>
        </p:txBody>
      </p:sp>
      <p:sp>
        <p:nvSpPr>
          <p:cNvPr id="153" name="Legend color 067"/>
          <p:cNvSpPr/>
          <p:nvPr/>
        </p:nvSpPr>
        <p:spPr>
          <a:xfrm>
            <a:off x="10109655" y="493888"/>
            <a:ext cx="28097" cy="164629"/>
          </a:xfrm>
          <a:prstGeom prst="rect">
            <a:avLst/>
          </a:prstGeom>
          <a:solidFill>
            <a:srgbClr val="ECBD9D"/>
          </a:solidFill>
          <a:ln>
            <a:noFill/>
          </a:ln>
          <a:effectLst/>
        </p:spPr>
        <p:txBody>
          <a:bodyPr rtlCol="0" anchor="ctr"/>
          <a:lstStyle/>
          <a:p>
            <a:pPr algn="ctr"/>
          </a:p>
        </p:txBody>
      </p:sp>
      <p:sp>
        <p:nvSpPr>
          <p:cNvPr id="154" name="Legend color 068"/>
          <p:cNvSpPr/>
          <p:nvPr/>
        </p:nvSpPr>
        <p:spPr>
          <a:xfrm>
            <a:off x="10137400" y="493888"/>
            <a:ext cx="28097" cy="164629"/>
          </a:xfrm>
          <a:prstGeom prst="rect">
            <a:avLst/>
          </a:prstGeom>
          <a:solidFill>
            <a:srgbClr val="EBBC9B"/>
          </a:solidFill>
          <a:ln>
            <a:noFill/>
          </a:ln>
          <a:effectLst/>
        </p:spPr>
        <p:txBody>
          <a:bodyPr rtlCol="0" anchor="ctr"/>
          <a:lstStyle/>
          <a:p>
            <a:pPr algn="ctr"/>
          </a:p>
        </p:txBody>
      </p:sp>
      <p:sp>
        <p:nvSpPr>
          <p:cNvPr id="155" name="Legend color 069"/>
          <p:cNvSpPr/>
          <p:nvPr/>
        </p:nvSpPr>
        <p:spPr>
          <a:xfrm>
            <a:off x="10165144" y="493888"/>
            <a:ext cx="28097" cy="164629"/>
          </a:xfrm>
          <a:prstGeom prst="rect">
            <a:avLst/>
          </a:prstGeom>
          <a:solidFill>
            <a:srgbClr val="EBBB99"/>
          </a:solidFill>
          <a:ln>
            <a:noFill/>
          </a:ln>
          <a:effectLst/>
        </p:spPr>
        <p:txBody>
          <a:bodyPr rtlCol="0" anchor="ctr"/>
          <a:lstStyle/>
          <a:p>
            <a:pPr algn="ctr"/>
          </a:p>
        </p:txBody>
      </p:sp>
      <p:sp>
        <p:nvSpPr>
          <p:cNvPr id="156" name="Legend color 070"/>
          <p:cNvSpPr/>
          <p:nvPr/>
        </p:nvSpPr>
        <p:spPr>
          <a:xfrm>
            <a:off x="10192889" y="493888"/>
            <a:ext cx="28097" cy="164629"/>
          </a:xfrm>
          <a:prstGeom prst="rect">
            <a:avLst/>
          </a:prstGeom>
          <a:solidFill>
            <a:srgbClr val="EBB997"/>
          </a:solidFill>
          <a:ln>
            <a:noFill/>
          </a:ln>
          <a:effectLst/>
        </p:spPr>
        <p:txBody>
          <a:bodyPr rtlCol="0" anchor="ctr"/>
          <a:lstStyle/>
          <a:p>
            <a:pPr algn="ctr"/>
          </a:p>
        </p:txBody>
      </p:sp>
      <p:sp>
        <p:nvSpPr>
          <p:cNvPr id="157" name="Legend color 071"/>
          <p:cNvSpPr/>
          <p:nvPr/>
        </p:nvSpPr>
        <p:spPr>
          <a:xfrm>
            <a:off x="10220633" y="493888"/>
            <a:ext cx="28097" cy="164629"/>
          </a:xfrm>
          <a:prstGeom prst="rect">
            <a:avLst/>
          </a:prstGeom>
          <a:solidFill>
            <a:srgbClr val="EAB896"/>
          </a:solidFill>
          <a:ln>
            <a:noFill/>
          </a:ln>
          <a:effectLst/>
        </p:spPr>
        <p:txBody>
          <a:bodyPr rtlCol="0" anchor="ctr"/>
          <a:lstStyle/>
          <a:p>
            <a:pPr algn="ctr"/>
          </a:p>
        </p:txBody>
      </p:sp>
      <p:sp>
        <p:nvSpPr>
          <p:cNvPr id="158" name="Legend color 072"/>
          <p:cNvSpPr/>
          <p:nvPr/>
        </p:nvSpPr>
        <p:spPr>
          <a:xfrm>
            <a:off x="10248378" y="493888"/>
            <a:ext cx="28097" cy="164629"/>
          </a:xfrm>
          <a:prstGeom prst="rect">
            <a:avLst/>
          </a:prstGeom>
          <a:solidFill>
            <a:srgbClr val="EAB794"/>
          </a:solidFill>
          <a:ln>
            <a:noFill/>
          </a:ln>
          <a:effectLst/>
        </p:spPr>
        <p:txBody>
          <a:bodyPr rtlCol="0" anchor="ctr"/>
          <a:lstStyle/>
          <a:p>
            <a:pPr algn="ctr"/>
          </a:p>
        </p:txBody>
      </p:sp>
      <p:sp>
        <p:nvSpPr>
          <p:cNvPr id="159" name="Legend color 073"/>
          <p:cNvSpPr/>
          <p:nvPr/>
        </p:nvSpPr>
        <p:spPr>
          <a:xfrm>
            <a:off x="10276122" y="493888"/>
            <a:ext cx="28097" cy="164629"/>
          </a:xfrm>
          <a:prstGeom prst="rect">
            <a:avLst/>
          </a:prstGeom>
          <a:solidFill>
            <a:srgbClr val="E9B592"/>
          </a:solidFill>
          <a:ln>
            <a:noFill/>
          </a:ln>
          <a:effectLst/>
        </p:spPr>
        <p:txBody>
          <a:bodyPr rtlCol="0" anchor="ctr"/>
          <a:lstStyle/>
          <a:p>
            <a:pPr algn="ctr"/>
          </a:p>
        </p:txBody>
      </p:sp>
      <p:sp>
        <p:nvSpPr>
          <p:cNvPr id="160" name="Legend color 074"/>
          <p:cNvSpPr/>
          <p:nvPr/>
        </p:nvSpPr>
        <p:spPr>
          <a:xfrm>
            <a:off x="10303867" y="493888"/>
            <a:ext cx="28097" cy="164629"/>
          </a:xfrm>
          <a:prstGeom prst="rect">
            <a:avLst/>
          </a:prstGeom>
          <a:solidFill>
            <a:srgbClr val="E9B491"/>
          </a:solidFill>
          <a:ln>
            <a:noFill/>
          </a:ln>
          <a:effectLst/>
        </p:spPr>
        <p:txBody>
          <a:bodyPr rtlCol="0" anchor="ctr"/>
          <a:lstStyle/>
          <a:p>
            <a:pPr algn="ctr"/>
          </a:p>
        </p:txBody>
      </p:sp>
      <p:sp>
        <p:nvSpPr>
          <p:cNvPr id="161" name="Legend color 075"/>
          <p:cNvSpPr/>
          <p:nvPr/>
        </p:nvSpPr>
        <p:spPr>
          <a:xfrm>
            <a:off x="10331611" y="493888"/>
            <a:ext cx="28097" cy="164629"/>
          </a:xfrm>
          <a:prstGeom prst="rect">
            <a:avLst/>
          </a:prstGeom>
          <a:solidFill>
            <a:srgbClr val="E9B38F"/>
          </a:solidFill>
          <a:ln>
            <a:noFill/>
          </a:ln>
          <a:effectLst/>
        </p:spPr>
        <p:txBody>
          <a:bodyPr rtlCol="0" anchor="ctr"/>
          <a:lstStyle/>
          <a:p>
            <a:pPr algn="ctr"/>
          </a:p>
        </p:txBody>
      </p:sp>
      <p:sp>
        <p:nvSpPr>
          <p:cNvPr id="162" name="Legend color 076"/>
          <p:cNvSpPr/>
          <p:nvPr/>
        </p:nvSpPr>
        <p:spPr>
          <a:xfrm>
            <a:off x="10359356" y="493888"/>
            <a:ext cx="28097" cy="164629"/>
          </a:xfrm>
          <a:prstGeom prst="rect">
            <a:avLst/>
          </a:prstGeom>
          <a:solidFill>
            <a:srgbClr val="E8B28D"/>
          </a:solidFill>
          <a:ln>
            <a:noFill/>
          </a:ln>
          <a:effectLst/>
        </p:spPr>
        <p:txBody>
          <a:bodyPr rtlCol="0" anchor="ctr"/>
          <a:lstStyle/>
          <a:p>
            <a:pPr algn="ctr"/>
          </a:p>
        </p:txBody>
      </p:sp>
      <p:sp>
        <p:nvSpPr>
          <p:cNvPr id="163" name="Legend color 077"/>
          <p:cNvSpPr/>
          <p:nvPr/>
        </p:nvSpPr>
        <p:spPr>
          <a:xfrm>
            <a:off x="10387100" y="493888"/>
            <a:ext cx="28097" cy="164629"/>
          </a:xfrm>
          <a:prstGeom prst="rect">
            <a:avLst/>
          </a:prstGeom>
          <a:solidFill>
            <a:srgbClr val="E8B08B"/>
          </a:solidFill>
          <a:ln>
            <a:noFill/>
          </a:ln>
          <a:effectLst/>
        </p:spPr>
        <p:txBody>
          <a:bodyPr rtlCol="0" anchor="ctr"/>
          <a:lstStyle/>
          <a:p>
            <a:pPr algn="ctr"/>
          </a:p>
        </p:txBody>
      </p:sp>
      <p:sp>
        <p:nvSpPr>
          <p:cNvPr id="164" name="Legend color 078"/>
          <p:cNvSpPr/>
          <p:nvPr/>
        </p:nvSpPr>
        <p:spPr>
          <a:xfrm>
            <a:off x="10414845" y="493888"/>
            <a:ext cx="28097" cy="164629"/>
          </a:xfrm>
          <a:prstGeom prst="rect">
            <a:avLst/>
          </a:prstGeom>
          <a:solidFill>
            <a:srgbClr val="E8AF8A"/>
          </a:solidFill>
          <a:ln>
            <a:noFill/>
          </a:ln>
          <a:effectLst/>
        </p:spPr>
        <p:txBody>
          <a:bodyPr rtlCol="0" anchor="ctr"/>
          <a:lstStyle/>
          <a:p>
            <a:pPr algn="ctr"/>
          </a:p>
        </p:txBody>
      </p:sp>
      <p:sp>
        <p:nvSpPr>
          <p:cNvPr id="165" name="Legend color 079"/>
          <p:cNvSpPr/>
          <p:nvPr/>
        </p:nvSpPr>
        <p:spPr>
          <a:xfrm>
            <a:off x="10442589" y="493888"/>
            <a:ext cx="28097" cy="164629"/>
          </a:xfrm>
          <a:prstGeom prst="rect">
            <a:avLst/>
          </a:prstGeom>
          <a:solidFill>
            <a:srgbClr val="E7AE89"/>
          </a:solidFill>
          <a:ln>
            <a:noFill/>
          </a:ln>
          <a:effectLst/>
        </p:spPr>
        <p:txBody>
          <a:bodyPr rtlCol="0" anchor="ctr"/>
          <a:lstStyle/>
          <a:p>
            <a:pPr algn="ctr"/>
          </a:p>
        </p:txBody>
      </p:sp>
      <p:sp>
        <p:nvSpPr>
          <p:cNvPr id="166" name="Legend color 080"/>
          <p:cNvSpPr/>
          <p:nvPr/>
        </p:nvSpPr>
        <p:spPr>
          <a:xfrm>
            <a:off x="10470334" y="493888"/>
            <a:ext cx="28097" cy="164629"/>
          </a:xfrm>
          <a:prstGeom prst="rect">
            <a:avLst/>
          </a:prstGeom>
          <a:solidFill>
            <a:srgbClr val="E7AD88"/>
          </a:solidFill>
          <a:ln>
            <a:noFill/>
          </a:ln>
          <a:effectLst/>
        </p:spPr>
        <p:txBody>
          <a:bodyPr rtlCol="0" anchor="ctr"/>
          <a:lstStyle/>
          <a:p>
            <a:pPr algn="ctr"/>
          </a:p>
        </p:txBody>
      </p:sp>
      <p:sp>
        <p:nvSpPr>
          <p:cNvPr id="167" name="Legend color 081"/>
          <p:cNvSpPr/>
          <p:nvPr/>
        </p:nvSpPr>
        <p:spPr>
          <a:xfrm>
            <a:off x="10498078" y="493888"/>
            <a:ext cx="28097" cy="164629"/>
          </a:xfrm>
          <a:prstGeom prst="rect">
            <a:avLst/>
          </a:prstGeom>
          <a:solidFill>
            <a:srgbClr val="E6AC86"/>
          </a:solidFill>
          <a:ln>
            <a:noFill/>
          </a:ln>
          <a:effectLst/>
        </p:spPr>
        <p:txBody>
          <a:bodyPr rtlCol="0" anchor="ctr"/>
          <a:lstStyle/>
          <a:p>
            <a:pPr algn="ctr"/>
          </a:p>
        </p:txBody>
      </p:sp>
      <p:sp>
        <p:nvSpPr>
          <p:cNvPr id="168" name="Legend color 082"/>
          <p:cNvSpPr/>
          <p:nvPr/>
        </p:nvSpPr>
        <p:spPr>
          <a:xfrm>
            <a:off x="10525823" y="493888"/>
            <a:ext cx="28097" cy="164629"/>
          </a:xfrm>
          <a:prstGeom prst="rect">
            <a:avLst/>
          </a:prstGeom>
          <a:solidFill>
            <a:srgbClr val="E6AB85"/>
          </a:solidFill>
          <a:ln>
            <a:noFill/>
          </a:ln>
          <a:effectLst/>
        </p:spPr>
        <p:txBody>
          <a:bodyPr rtlCol="0" anchor="ctr"/>
          <a:lstStyle/>
          <a:p>
            <a:pPr algn="ctr"/>
          </a:p>
        </p:txBody>
      </p:sp>
      <p:sp>
        <p:nvSpPr>
          <p:cNvPr id="169" name="Legend color 083"/>
          <p:cNvSpPr/>
          <p:nvPr/>
        </p:nvSpPr>
        <p:spPr>
          <a:xfrm>
            <a:off x="10553567" y="493888"/>
            <a:ext cx="28097" cy="164629"/>
          </a:xfrm>
          <a:prstGeom prst="rect">
            <a:avLst/>
          </a:prstGeom>
          <a:solidFill>
            <a:srgbClr val="E5A984"/>
          </a:solidFill>
          <a:ln>
            <a:noFill/>
          </a:ln>
          <a:effectLst/>
        </p:spPr>
        <p:txBody>
          <a:bodyPr rtlCol="0" anchor="ctr"/>
          <a:lstStyle/>
          <a:p>
            <a:pPr algn="ctr"/>
          </a:p>
        </p:txBody>
      </p:sp>
      <p:sp>
        <p:nvSpPr>
          <p:cNvPr id="170" name="Legend color 084"/>
          <p:cNvSpPr/>
          <p:nvPr/>
        </p:nvSpPr>
        <p:spPr>
          <a:xfrm>
            <a:off x="10581312" y="493888"/>
            <a:ext cx="28097" cy="164629"/>
          </a:xfrm>
          <a:prstGeom prst="rect">
            <a:avLst/>
          </a:prstGeom>
          <a:solidFill>
            <a:srgbClr val="E5A883"/>
          </a:solidFill>
          <a:ln>
            <a:noFill/>
          </a:ln>
          <a:effectLst/>
        </p:spPr>
        <p:txBody>
          <a:bodyPr rtlCol="0" anchor="ctr"/>
          <a:lstStyle/>
          <a:p>
            <a:pPr algn="ctr"/>
          </a:p>
        </p:txBody>
      </p:sp>
      <p:sp>
        <p:nvSpPr>
          <p:cNvPr id="171" name="Legend color 085"/>
          <p:cNvSpPr/>
          <p:nvPr/>
        </p:nvSpPr>
        <p:spPr>
          <a:xfrm>
            <a:off x="10609056" y="493888"/>
            <a:ext cx="28097" cy="164629"/>
          </a:xfrm>
          <a:prstGeom prst="rect">
            <a:avLst/>
          </a:prstGeom>
          <a:solidFill>
            <a:srgbClr val="E4A781"/>
          </a:solidFill>
          <a:ln>
            <a:noFill/>
          </a:ln>
          <a:effectLst/>
        </p:spPr>
        <p:txBody>
          <a:bodyPr rtlCol="0" anchor="ctr"/>
          <a:lstStyle/>
          <a:p>
            <a:pPr algn="ctr"/>
          </a:p>
        </p:txBody>
      </p:sp>
      <p:sp>
        <p:nvSpPr>
          <p:cNvPr id="172" name="Legend color 086"/>
          <p:cNvSpPr/>
          <p:nvPr/>
        </p:nvSpPr>
        <p:spPr>
          <a:xfrm>
            <a:off x="10636801" y="493888"/>
            <a:ext cx="28097" cy="164629"/>
          </a:xfrm>
          <a:prstGeom prst="rect">
            <a:avLst/>
          </a:prstGeom>
          <a:solidFill>
            <a:srgbClr val="E4A680"/>
          </a:solidFill>
          <a:ln>
            <a:noFill/>
          </a:ln>
          <a:effectLst/>
        </p:spPr>
        <p:txBody>
          <a:bodyPr rtlCol="0" anchor="ctr"/>
          <a:lstStyle/>
          <a:p>
            <a:pPr algn="ctr"/>
          </a:p>
        </p:txBody>
      </p:sp>
      <p:sp>
        <p:nvSpPr>
          <p:cNvPr id="173" name="Legend color 087"/>
          <p:cNvSpPr/>
          <p:nvPr/>
        </p:nvSpPr>
        <p:spPr>
          <a:xfrm>
            <a:off x="10664545" y="493888"/>
            <a:ext cx="28097" cy="164629"/>
          </a:xfrm>
          <a:prstGeom prst="rect">
            <a:avLst/>
          </a:prstGeom>
          <a:solidFill>
            <a:srgbClr val="E3A57F"/>
          </a:solidFill>
          <a:ln>
            <a:noFill/>
          </a:ln>
          <a:effectLst/>
        </p:spPr>
        <p:txBody>
          <a:bodyPr rtlCol="0" anchor="ctr"/>
          <a:lstStyle/>
          <a:p>
            <a:pPr algn="ctr"/>
          </a:p>
        </p:txBody>
      </p:sp>
      <p:sp>
        <p:nvSpPr>
          <p:cNvPr id="174" name="Legend color 088"/>
          <p:cNvSpPr/>
          <p:nvPr/>
        </p:nvSpPr>
        <p:spPr>
          <a:xfrm>
            <a:off x="10692290" y="493888"/>
            <a:ext cx="28097" cy="164629"/>
          </a:xfrm>
          <a:prstGeom prst="rect">
            <a:avLst/>
          </a:prstGeom>
          <a:solidFill>
            <a:srgbClr val="E3A47E"/>
          </a:solidFill>
          <a:ln>
            <a:noFill/>
          </a:ln>
          <a:effectLst/>
        </p:spPr>
        <p:txBody>
          <a:bodyPr rtlCol="0" anchor="ctr"/>
          <a:lstStyle/>
          <a:p>
            <a:pPr algn="ctr"/>
          </a:p>
        </p:txBody>
      </p:sp>
      <p:sp>
        <p:nvSpPr>
          <p:cNvPr id="175" name="Legend color 089"/>
          <p:cNvSpPr/>
          <p:nvPr/>
        </p:nvSpPr>
        <p:spPr>
          <a:xfrm>
            <a:off x="10720034" y="493888"/>
            <a:ext cx="28097" cy="164629"/>
          </a:xfrm>
          <a:prstGeom prst="rect">
            <a:avLst/>
          </a:prstGeom>
          <a:solidFill>
            <a:srgbClr val="E2A37C"/>
          </a:solidFill>
          <a:ln>
            <a:noFill/>
          </a:ln>
          <a:effectLst/>
        </p:spPr>
        <p:txBody>
          <a:bodyPr rtlCol="0" anchor="ctr"/>
          <a:lstStyle/>
          <a:p>
            <a:pPr algn="ctr"/>
          </a:p>
        </p:txBody>
      </p:sp>
      <p:sp>
        <p:nvSpPr>
          <p:cNvPr id="176" name="Legend color 090"/>
          <p:cNvSpPr/>
          <p:nvPr/>
        </p:nvSpPr>
        <p:spPr>
          <a:xfrm>
            <a:off x="10747779" y="493888"/>
            <a:ext cx="28097" cy="164629"/>
          </a:xfrm>
          <a:prstGeom prst="rect">
            <a:avLst/>
          </a:prstGeom>
          <a:solidFill>
            <a:srgbClr val="E2A27B"/>
          </a:solidFill>
          <a:ln>
            <a:noFill/>
          </a:ln>
          <a:effectLst/>
        </p:spPr>
        <p:txBody>
          <a:bodyPr rtlCol="0" anchor="ctr"/>
          <a:lstStyle/>
          <a:p>
            <a:pPr algn="ctr"/>
          </a:p>
        </p:txBody>
      </p:sp>
      <p:sp>
        <p:nvSpPr>
          <p:cNvPr id="177" name="Legend color 091"/>
          <p:cNvSpPr/>
          <p:nvPr/>
        </p:nvSpPr>
        <p:spPr>
          <a:xfrm>
            <a:off x="10775523" y="493888"/>
            <a:ext cx="28097" cy="164629"/>
          </a:xfrm>
          <a:prstGeom prst="rect">
            <a:avLst/>
          </a:prstGeom>
          <a:solidFill>
            <a:srgbClr val="E2A07A"/>
          </a:solidFill>
          <a:ln>
            <a:noFill/>
          </a:ln>
          <a:effectLst/>
        </p:spPr>
        <p:txBody>
          <a:bodyPr rtlCol="0" anchor="ctr"/>
          <a:lstStyle/>
          <a:p>
            <a:pPr algn="ctr"/>
          </a:p>
        </p:txBody>
      </p:sp>
      <p:sp>
        <p:nvSpPr>
          <p:cNvPr id="178" name="Legend color 092"/>
          <p:cNvSpPr/>
          <p:nvPr/>
        </p:nvSpPr>
        <p:spPr>
          <a:xfrm>
            <a:off x="10803268" y="493888"/>
            <a:ext cx="28097" cy="164629"/>
          </a:xfrm>
          <a:prstGeom prst="rect">
            <a:avLst/>
          </a:prstGeom>
          <a:solidFill>
            <a:srgbClr val="E19F79"/>
          </a:solidFill>
          <a:ln>
            <a:noFill/>
          </a:ln>
          <a:effectLst/>
        </p:spPr>
        <p:txBody>
          <a:bodyPr rtlCol="0" anchor="ctr"/>
          <a:lstStyle/>
          <a:p>
            <a:pPr algn="ctr"/>
          </a:p>
        </p:txBody>
      </p:sp>
      <p:sp>
        <p:nvSpPr>
          <p:cNvPr id="179" name="Legend color 093"/>
          <p:cNvSpPr/>
          <p:nvPr/>
        </p:nvSpPr>
        <p:spPr>
          <a:xfrm>
            <a:off x="10831012" y="493888"/>
            <a:ext cx="28097" cy="164629"/>
          </a:xfrm>
          <a:prstGeom prst="rect">
            <a:avLst/>
          </a:prstGeom>
          <a:solidFill>
            <a:srgbClr val="E19E77"/>
          </a:solidFill>
          <a:ln>
            <a:noFill/>
          </a:ln>
          <a:effectLst/>
        </p:spPr>
        <p:txBody>
          <a:bodyPr rtlCol="0" anchor="ctr"/>
          <a:lstStyle/>
          <a:p>
            <a:pPr algn="ctr"/>
          </a:p>
        </p:txBody>
      </p:sp>
      <p:sp>
        <p:nvSpPr>
          <p:cNvPr id="180" name="Legend color 094"/>
          <p:cNvSpPr/>
          <p:nvPr/>
        </p:nvSpPr>
        <p:spPr>
          <a:xfrm>
            <a:off x="10858757" y="493888"/>
            <a:ext cx="28097" cy="164629"/>
          </a:xfrm>
          <a:prstGeom prst="rect">
            <a:avLst/>
          </a:prstGeom>
          <a:solidFill>
            <a:srgbClr val="E09D76"/>
          </a:solidFill>
          <a:ln>
            <a:noFill/>
          </a:ln>
          <a:effectLst/>
        </p:spPr>
        <p:txBody>
          <a:bodyPr rtlCol="0" anchor="ctr"/>
          <a:lstStyle/>
          <a:p>
            <a:pPr algn="ctr"/>
          </a:p>
        </p:txBody>
      </p:sp>
      <p:sp>
        <p:nvSpPr>
          <p:cNvPr id="181" name="Legend color 095"/>
          <p:cNvSpPr/>
          <p:nvPr/>
        </p:nvSpPr>
        <p:spPr>
          <a:xfrm>
            <a:off x="10886501" y="493888"/>
            <a:ext cx="28097" cy="164629"/>
          </a:xfrm>
          <a:prstGeom prst="rect">
            <a:avLst/>
          </a:prstGeom>
          <a:solidFill>
            <a:srgbClr val="E09C75"/>
          </a:solidFill>
          <a:ln>
            <a:noFill/>
          </a:ln>
          <a:effectLst/>
        </p:spPr>
        <p:txBody>
          <a:bodyPr rtlCol="0" anchor="ctr"/>
          <a:lstStyle/>
          <a:p>
            <a:pPr algn="ctr"/>
          </a:p>
        </p:txBody>
      </p:sp>
      <p:sp>
        <p:nvSpPr>
          <p:cNvPr id="182" name="Legend color 096"/>
          <p:cNvSpPr/>
          <p:nvPr/>
        </p:nvSpPr>
        <p:spPr>
          <a:xfrm>
            <a:off x="10914246" y="493888"/>
            <a:ext cx="28097" cy="164629"/>
          </a:xfrm>
          <a:prstGeom prst="rect">
            <a:avLst/>
          </a:prstGeom>
          <a:solidFill>
            <a:srgbClr val="DF9B74"/>
          </a:solidFill>
          <a:ln>
            <a:noFill/>
          </a:ln>
          <a:effectLst/>
        </p:spPr>
        <p:txBody>
          <a:bodyPr rtlCol="0" anchor="ctr"/>
          <a:lstStyle/>
          <a:p>
            <a:pPr algn="ctr"/>
          </a:p>
        </p:txBody>
      </p:sp>
      <p:sp>
        <p:nvSpPr>
          <p:cNvPr id="183" name="Legend color 097"/>
          <p:cNvSpPr/>
          <p:nvPr/>
        </p:nvSpPr>
        <p:spPr>
          <a:xfrm>
            <a:off x="10941990" y="493888"/>
            <a:ext cx="28097" cy="164629"/>
          </a:xfrm>
          <a:prstGeom prst="rect">
            <a:avLst/>
          </a:prstGeom>
          <a:solidFill>
            <a:srgbClr val="DF9A72"/>
          </a:solidFill>
          <a:ln>
            <a:noFill/>
          </a:ln>
          <a:effectLst/>
        </p:spPr>
        <p:txBody>
          <a:bodyPr rtlCol="0" anchor="ctr"/>
          <a:lstStyle/>
          <a:p>
            <a:pPr algn="ctr"/>
          </a:p>
        </p:txBody>
      </p:sp>
      <p:sp>
        <p:nvSpPr>
          <p:cNvPr id="184" name="Legend color 098"/>
          <p:cNvSpPr/>
          <p:nvPr/>
        </p:nvSpPr>
        <p:spPr>
          <a:xfrm>
            <a:off x="10969735" y="493888"/>
            <a:ext cx="28097" cy="164629"/>
          </a:xfrm>
          <a:prstGeom prst="rect">
            <a:avLst/>
          </a:prstGeom>
          <a:solidFill>
            <a:srgbClr val="DE9871"/>
          </a:solidFill>
          <a:ln>
            <a:noFill/>
          </a:ln>
          <a:effectLst/>
        </p:spPr>
        <p:txBody>
          <a:bodyPr rtlCol="0" anchor="ctr"/>
          <a:lstStyle/>
          <a:p>
            <a:pPr algn="ctr"/>
          </a:p>
        </p:txBody>
      </p:sp>
      <p:sp>
        <p:nvSpPr>
          <p:cNvPr id="185" name="Legend color 099"/>
          <p:cNvSpPr/>
          <p:nvPr/>
        </p:nvSpPr>
        <p:spPr>
          <a:xfrm>
            <a:off x="10997479" y="493888"/>
            <a:ext cx="28097" cy="164629"/>
          </a:xfrm>
          <a:prstGeom prst="rect">
            <a:avLst/>
          </a:prstGeom>
          <a:solidFill>
            <a:srgbClr val="DE9770"/>
          </a:solidFill>
          <a:ln>
            <a:noFill/>
          </a:ln>
          <a:effectLst/>
        </p:spPr>
        <p:txBody>
          <a:bodyPr rtlCol="0" anchor="ctr"/>
          <a:lstStyle/>
          <a:p>
            <a:pPr algn="ctr"/>
          </a:p>
        </p:txBody>
      </p:sp>
      <p:sp>
        <p:nvSpPr>
          <p:cNvPr id="186" name="Legend color 100"/>
          <p:cNvSpPr/>
          <p:nvPr/>
        </p:nvSpPr>
        <p:spPr>
          <a:xfrm>
            <a:off x="11025224" y="493888"/>
            <a:ext cx="28097" cy="164629"/>
          </a:xfrm>
          <a:prstGeom prst="rect">
            <a:avLst/>
          </a:prstGeom>
          <a:solidFill>
            <a:srgbClr val="DD966F"/>
          </a:solidFill>
          <a:ln>
            <a:noFill/>
          </a:ln>
          <a:effectLst/>
        </p:spPr>
        <p:txBody>
          <a:bodyPr rtlCol="0" anchor="ctr"/>
          <a:lstStyle/>
          <a:p>
            <a:pPr algn="ctr"/>
          </a:p>
        </p:txBody>
      </p:sp>
      <p:sp>
        <p:nvSpPr>
          <p:cNvPr id="187" name="Legend color 101"/>
          <p:cNvSpPr/>
          <p:nvPr/>
        </p:nvSpPr>
        <p:spPr>
          <a:xfrm>
            <a:off x="11052968" y="493888"/>
            <a:ext cx="28097" cy="164629"/>
          </a:xfrm>
          <a:prstGeom prst="rect">
            <a:avLst/>
          </a:prstGeom>
          <a:solidFill>
            <a:srgbClr val="DD956D"/>
          </a:solidFill>
          <a:ln>
            <a:noFill/>
          </a:ln>
          <a:effectLst/>
        </p:spPr>
        <p:txBody>
          <a:bodyPr rtlCol="0" anchor="ctr"/>
          <a:lstStyle/>
          <a:p>
            <a:pPr algn="ctr"/>
          </a:p>
        </p:txBody>
      </p:sp>
      <p:sp>
        <p:nvSpPr>
          <p:cNvPr id="188" name="Legend color 102"/>
          <p:cNvSpPr/>
          <p:nvPr/>
        </p:nvSpPr>
        <p:spPr>
          <a:xfrm>
            <a:off x="11080713" y="493888"/>
            <a:ext cx="28097" cy="164629"/>
          </a:xfrm>
          <a:prstGeom prst="rect">
            <a:avLst/>
          </a:prstGeom>
          <a:solidFill>
            <a:srgbClr val="DC946C"/>
          </a:solidFill>
          <a:ln>
            <a:noFill/>
          </a:ln>
          <a:effectLst/>
        </p:spPr>
        <p:txBody>
          <a:bodyPr rtlCol="0" anchor="ctr"/>
          <a:lstStyle/>
          <a:p>
            <a:pPr algn="ctr"/>
          </a:p>
        </p:txBody>
      </p:sp>
      <p:sp>
        <p:nvSpPr>
          <p:cNvPr id="189" name="Legend color 103"/>
          <p:cNvSpPr/>
          <p:nvPr/>
        </p:nvSpPr>
        <p:spPr>
          <a:xfrm>
            <a:off x="11108457" y="493888"/>
            <a:ext cx="28097" cy="164629"/>
          </a:xfrm>
          <a:prstGeom prst="rect">
            <a:avLst/>
          </a:prstGeom>
          <a:solidFill>
            <a:srgbClr val="DC936B"/>
          </a:solidFill>
          <a:ln>
            <a:noFill/>
          </a:ln>
          <a:effectLst/>
        </p:spPr>
        <p:txBody>
          <a:bodyPr rtlCol="0" anchor="ctr"/>
          <a:lstStyle/>
          <a:p>
            <a:pPr algn="ctr"/>
          </a:p>
        </p:txBody>
      </p:sp>
      <p:sp>
        <p:nvSpPr>
          <p:cNvPr id="190" name="Legend color 104"/>
          <p:cNvSpPr/>
          <p:nvPr/>
        </p:nvSpPr>
        <p:spPr>
          <a:xfrm>
            <a:off x="11136202" y="493888"/>
            <a:ext cx="28097" cy="164629"/>
          </a:xfrm>
          <a:prstGeom prst="rect">
            <a:avLst/>
          </a:prstGeom>
          <a:solidFill>
            <a:srgbClr val="DB926A"/>
          </a:solidFill>
          <a:ln>
            <a:noFill/>
          </a:ln>
          <a:effectLst/>
        </p:spPr>
        <p:txBody>
          <a:bodyPr rtlCol="0" anchor="ctr"/>
          <a:lstStyle/>
          <a:p>
            <a:pPr algn="ctr"/>
          </a:p>
        </p:txBody>
      </p:sp>
      <p:sp>
        <p:nvSpPr>
          <p:cNvPr id="191" name="Legend color 105"/>
          <p:cNvSpPr/>
          <p:nvPr/>
        </p:nvSpPr>
        <p:spPr>
          <a:xfrm>
            <a:off x="11163946" y="493888"/>
            <a:ext cx="28097" cy="164629"/>
          </a:xfrm>
          <a:prstGeom prst="rect">
            <a:avLst/>
          </a:prstGeom>
          <a:solidFill>
            <a:srgbClr val="DB9169"/>
          </a:solidFill>
          <a:ln>
            <a:noFill/>
          </a:ln>
          <a:effectLst/>
        </p:spPr>
        <p:txBody>
          <a:bodyPr rtlCol="0" anchor="ctr"/>
          <a:lstStyle/>
          <a:p>
            <a:pPr algn="ctr"/>
          </a:p>
        </p:txBody>
      </p:sp>
      <p:sp>
        <p:nvSpPr>
          <p:cNvPr id="192" name="Legend color 106"/>
          <p:cNvSpPr/>
          <p:nvPr/>
        </p:nvSpPr>
        <p:spPr>
          <a:xfrm>
            <a:off x="11191691" y="493888"/>
            <a:ext cx="28097" cy="164629"/>
          </a:xfrm>
          <a:prstGeom prst="rect">
            <a:avLst/>
          </a:prstGeom>
          <a:solidFill>
            <a:srgbClr val="DA9068"/>
          </a:solidFill>
          <a:ln>
            <a:noFill/>
          </a:ln>
          <a:effectLst/>
        </p:spPr>
        <p:txBody>
          <a:bodyPr rtlCol="0" anchor="ctr"/>
          <a:lstStyle/>
          <a:p>
            <a:pPr algn="ctr"/>
          </a:p>
        </p:txBody>
      </p:sp>
      <p:sp>
        <p:nvSpPr>
          <p:cNvPr id="193" name="Legend color 107"/>
          <p:cNvSpPr/>
          <p:nvPr/>
        </p:nvSpPr>
        <p:spPr>
          <a:xfrm>
            <a:off x="11219435" y="493888"/>
            <a:ext cx="28097" cy="164629"/>
          </a:xfrm>
          <a:prstGeom prst="rect">
            <a:avLst/>
          </a:prstGeom>
          <a:solidFill>
            <a:srgbClr val="DA8F67"/>
          </a:solidFill>
          <a:ln>
            <a:noFill/>
          </a:ln>
          <a:effectLst/>
        </p:spPr>
        <p:txBody>
          <a:bodyPr rtlCol="0" anchor="ctr"/>
          <a:lstStyle/>
          <a:p>
            <a:pPr algn="ctr"/>
          </a:p>
        </p:txBody>
      </p:sp>
      <p:sp>
        <p:nvSpPr>
          <p:cNvPr id="194" name="Legend color 108"/>
          <p:cNvSpPr/>
          <p:nvPr/>
        </p:nvSpPr>
        <p:spPr>
          <a:xfrm>
            <a:off x="11247180" y="493888"/>
            <a:ext cx="28097" cy="164629"/>
          </a:xfrm>
          <a:prstGeom prst="rect">
            <a:avLst/>
          </a:prstGeom>
          <a:solidFill>
            <a:srgbClr val="D98E66"/>
          </a:solidFill>
          <a:ln>
            <a:noFill/>
          </a:ln>
          <a:effectLst/>
        </p:spPr>
        <p:txBody>
          <a:bodyPr rtlCol="0" anchor="ctr"/>
          <a:lstStyle/>
          <a:p>
            <a:pPr algn="ctr"/>
          </a:p>
        </p:txBody>
      </p:sp>
      <p:sp>
        <p:nvSpPr>
          <p:cNvPr id="195" name="Legend color 109"/>
          <p:cNvSpPr/>
          <p:nvPr/>
        </p:nvSpPr>
        <p:spPr>
          <a:xfrm>
            <a:off x="11274924" y="493888"/>
            <a:ext cx="28097" cy="164629"/>
          </a:xfrm>
          <a:prstGeom prst="rect">
            <a:avLst/>
          </a:prstGeom>
          <a:solidFill>
            <a:srgbClr val="D98C65"/>
          </a:solidFill>
          <a:ln>
            <a:noFill/>
          </a:ln>
          <a:effectLst/>
        </p:spPr>
        <p:txBody>
          <a:bodyPr rtlCol="0" anchor="ctr"/>
          <a:lstStyle/>
          <a:p>
            <a:pPr algn="ctr"/>
          </a:p>
        </p:txBody>
      </p:sp>
      <p:sp>
        <p:nvSpPr>
          <p:cNvPr id="196" name="Legend color 110"/>
          <p:cNvSpPr/>
          <p:nvPr/>
        </p:nvSpPr>
        <p:spPr>
          <a:xfrm>
            <a:off x="11302669" y="493888"/>
            <a:ext cx="28097" cy="164629"/>
          </a:xfrm>
          <a:prstGeom prst="rect">
            <a:avLst/>
          </a:prstGeom>
          <a:solidFill>
            <a:srgbClr val="D88B64"/>
          </a:solidFill>
          <a:ln>
            <a:noFill/>
          </a:ln>
          <a:effectLst/>
        </p:spPr>
        <p:txBody>
          <a:bodyPr rtlCol="0" anchor="ctr"/>
          <a:lstStyle/>
          <a:p>
            <a:pPr algn="ctr"/>
          </a:p>
        </p:txBody>
      </p:sp>
      <p:sp>
        <p:nvSpPr>
          <p:cNvPr id="197" name="Legend color 111"/>
          <p:cNvSpPr/>
          <p:nvPr/>
        </p:nvSpPr>
        <p:spPr>
          <a:xfrm>
            <a:off x="11330413" y="493888"/>
            <a:ext cx="28097" cy="164629"/>
          </a:xfrm>
          <a:prstGeom prst="rect">
            <a:avLst/>
          </a:prstGeom>
          <a:solidFill>
            <a:srgbClr val="D88A63"/>
          </a:solidFill>
          <a:ln>
            <a:noFill/>
          </a:ln>
          <a:effectLst/>
        </p:spPr>
        <p:txBody>
          <a:bodyPr rtlCol="0" anchor="ctr"/>
          <a:lstStyle/>
          <a:p>
            <a:pPr algn="ctr"/>
          </a:p>
        </p:txBody>
      </p:sp>
      <p:sp>
        <p:nvSpPr>
          <p:cNvPr id="198" name="Legend color 112"/>
          <p:cNvSpPr/>
          <p:nvPr/>
        </p:nvSpPr>
        <p:spPr>
          <a:xfrm>
            <a:off x="11358158" y="493888"/>
            <a:ext cx="28097" cy="164629"/>
          </a:xfrm>
          <a:prstGeom prst="rect">
            <a:avLst/>
          </a:prstGeom>
          <a:solidFill>
            <a:srgbClr val="D78962"/>
          </a:solidFill>
          <a:ln>
            <a:noFill/>
          </a:ln>
          <a:effectLst/>
        </p:spPr>
        <p:txBody>
          <a:bodyPr rtlCol="0" anchor="ctr"/>
          <a:lstStyle/>
          <a:p>
            <a:pPr algn="ctr"/>
          </a:p>
        </p:txBody>
      </p:sp>
      <p:sp>
        <p:nvSpPr>
          <p:cNvPr id="199" name="Legend color 113"/>
          <p:cNvSpPr/>
          <p:nvPr/>
        </p:nvSpPr>
        <p:spPr>
          <a:xfrm>
            <a:off x="11385902" y="493888"/>
            <a:ext cx="28097" cy="164629"/>
          </a:xfrm>
          <a:prstGeom prst="rect">
            <a:avLst/>
          </a:prstGeom>
          <a:solidFill>
            <a:srgbClr val="D68861"/>
          </a:solidFill>
          <a:ln>
            <a:noFill/>
          </a:ln>
          <a:effectLst/>
        </p:spPr>
        <p:txBody>
          <a:bodyPr rtlCol="0" anchor="ctr"/>
          <a:lstStyle/>
          <a:p>
            <a:pPr algn="ctr"/>
          </a:p>
        </p:txBody>
      </p:sp>
      <p:sp>
        <p:nvSpPr>
          <p:cNvPr id="200" name="Legend color 114"/>
          <p:cNvSpPr/>
          <p:nvPr/>
        </p:nvSpPr>
        <p:spPr>
          <a:xfrm>
            <a:off x="11413647" y="493888"/>
            <a:ext cx="28097" cy="164629"/>
          </a:xfrm>
          <a:prstGeom prst="rect">
            <a:avLst/>
          </a:prstGeom>
          <a:solidFill>
            <a:srgbClr val="D68760"/>
          </a:solidFill>
          <a:ln>
            <a:noFill/>
          </a:ln>
          <a:effectLst/>
        </p:spPr>
        <p:txBody>
          <a:bodyPr rtlCol="0" anchor="ctr"/>
          <a:lstStyle/>
          <a:p>
            <a:pPr algn="ctr"/>
          </a:p>
        </p:txBody>
      </p:sp>
      <p:sp>
        <p:nvSpPr>
          <p:cNvPr id="201" name="Legend color 115"/>
          <p:cNvSpPr/>
          <p:nvPr/>
        </p:nvSpPr>
        <p:spPr>
          <a:xfrm>
            <a:off x="11441391" y="493888"/>
            <a:ext cx="28097" cy="164629"/>
          </a:xfrm>
          <a:prstGeom prst="rect">
            <a:avLst/>
          </a:prstGeom>
          <a:solidFill>
            <a:srgbClr val="D58660"/>
          </a:solidFill>
          <a:ln>
            <a:noFill/>
          </a:ln>
          <a:effectLst/>
        </p:spPr>
        <p:txBody>
          <a:bodyPr rtlCol="0" anchor="ctr"/>
          <a:lstStyle/>
          <a:p>
            <a:pPr algn="ctr"/>
          </a:p>
        </p:txBody>
      </p:sp>
      <p:sp>
        <p:nvSpPr>
          <p:cNvPr id="202" name="Legend color 116"/>
          <p:cNvSpPr/>
          <p:nvPr/>
        </p:nvSpPr>
        <p:spPr>
          <a:xfrm>
            <a:off x="11469136" y="493888"/>
            <a:ext cx="28097" cy="164629"/>
          </a:xfrm>
          <a:prstGeom prst="rect">
            <a:avLst/>
          </a:prstGeom>
          <a:solidFill>
            <a:srgbClr val="D5855F"/>
          </a:solidFill>
          <a:ln>
            <a:noFill/>
          </a:ln>
          <a:effectLst/>
        </p:spPr>
        <p:txBody>
          <a:bodyPr rtlCol="0" anchor="ctr"/>
          <a:lstStyle/>
          <a:p>
            <a:pPr algn="ctr"/>
          </a:p>
        </p:txBody>
      </p:sp>
      <p:sp>
        <p:nvSpPr>
          <p:cNvPr id="203" name="Legend color 117"/>
          <p:cNvSpPr/>
          <p:nvPr/>
        </p:nvSpPr>
        <p:spPr>
          <a:xfrm>
            <a:off x="11496880" y="493888"/>
            <a:ext cx="28097" cy="164629"/>
          </a:xfrm>
          <a:prstGeom prst="rect">
            <a:avLst/>
          </a:prstGeom>
          <a:solidFill>
            <a:srgbClr val="D4845E"/>
          </a:solidFill>
          <a:ln>
            <a:noFill/>
          </a:ln>
          <a:effectLst/>
        </p:spPr>
        <p:txBody>
          <a:bodyPr rtlCol="0" anchor="ctr"/>
          <a:lstStyle/>
          <a:p>
            <a:pPr algn="ctr"/>
          </a:p>
        </p:txBody>
      </p:sp>
      <p:sp>
        <p:nvSpPr>
          <p:cNvPr id="204" name="Legend color 118"/>
          <p:cNvSpPr/>
          <p:nvPr/>
        </p:nvSpPr>
        <p:spPr>
          <a:xfrm>
            <a:off x="11524625" y="493888"/>
            <a:ext cx="28097" cy="164629"/>
          </a:xfrm>
          <a:prstGeom prst="rect">
            <a:avLst/>
          </a:prstGeom>
          <a:solidFill>
            <a:srgbClr val="D4835D"/>
          </a:solidFill>
          <a:ln>
            <a:noFill/>
          </a:ln>
          <a:effectLst/>
        </p:spPr>
        <p:txBody>
          <a:bodyPr rtlCol="0" anchor="ctr"/>
          <a:lstStyle/>
          <a:p>
            <a:pPr algn="ctr"/>
          </a:p>
        </p:txBody>
      </p:sp>
      <p:sp>
        <p:nvSpPr>
          <p:cNvPr id="205" name="Legend color 119"/>
          <p:cNvSpPr/>
          <p:nvPr/>
        </p:nvSpPr>
        <p:spPr>
          <a:xfrm>
            <a:off x="11552369" y="493888"/>
            <a:ext cx="28097" cy="164629"/>
          </a:xfrm>
          <a:prstGeom prst="rect">
            <a:avLst/>
          </a:prstGeom>
          <a:solidFill>
            <a:srgbClr val="D3825C"/>
          </a:solidFill>
          <a:ln>
            <a:noFill/>
          </a:ln>
          <a:effectLst/>
        </p:spPr>
        <p:txBody>
          <a:bodyPr rtlCol="0" anchor="ctr"/>
          <a:lstStyle/>
          <a:p>
            <a:pPr algn="ctr"/>
          </a:p>
        </p:txBody>
      </p:sp>
      <p:sp>
        <p:nvSpPr>
          <p:cNvPr id="206" name="Legend color 120"/>
          <p:cNvSpPr/>
          <p:nvPr/>
        </p:nvSpPr>
        <p:spPr>
          <a:xfrm>
            <a:off x="11580114" y="493888"/>
            <a:ext cx="28097" cy="164629"/>
          </a:xfrm>
          <a:prstGeom prst="rect">
            <a:avLst/>
          </a:prstGeom>
          <a:solidFill>
            <a:srgbClr val="D3815B"/>
          </a:solidFill>
          <a:ln>
            <a:noFill/>
          </a:ln>
          <a:effectLst/>
        </p:spPr>
        <p:txBody>
          <a:bodyPr rtlCol="0" anchor="ctr"/>
          <a:lstStyle/>
          <a:p>
            <a:pPr algn="ctr"/>
          </a:p>
        </p:txBody>
      </p:sp>
      <p:sp>
        <p:nvSpPr>
          <p:cNvPr id="207" name="Legend color 121"/>
          <p:cNvSpPr/>
          <p:nvPr/>
        </p:nvSpPr>
        <p:spPr>
          <a:xfrm>
            <a:off x="11607858" y="493888"/>
            <a:ext cx="28097" cy="164629"/>
          </a:xfrm>
          <a:prstGeom prst="rect">
            <a:avLst/>
          </a:prstGeom>
          <a:solidFill>
            <a:srgbClr val="D2805A"/>
          </a:solidFill>
          <a:ln>
            <a:noFill/>
          </a:ln>
          <a:effectLst/>
        </p:spPr>
        <p:txBody>
          <a:bodyPr rtlCol="0" anchor="ctr"/>
          <a:lstStyle/>
          <a:p>
            <a:pPr algn="ctr"/>
          </a:p>
        </p:txBody>
      </p:sp>
      <p:sp>
        <p:nvSpPr>
          <p:cNvPr id="208" name="Legend color 122"/>
          <p:cNvSpPr/>
          <p:nvPr/>
        </p:nvSpPr>
        <p:spPr>
          <a:xfrm>
            <a:off x="11635603" y="493888"/>
            <a:ext cx="28097" cy="164629"/>
          </a:xfrm>
          <a:prstGeom prst="rect">
            <a:avLst/>
          </a:prstGeom>
          <a:solidFill>
            <a:srgbClr val="D17F59"/>
          </a:solidFill>
          <a:ln>
            <a:noFill/>
          </a:ln>
          <a:effectLst/>
        </p:spPr>
        <p:txBody>
          <a:bodyPr rtlCol="0" anchor="ctr"/>
          <a:lstStyle/>
          <a:p>
            <a:pPr algn="ctr"/>
          </a:p>
        </p:txBody>
      </p:sp>
      <p:sp>
        <p:nvSpPr>
          <p:cNvPr id="209" name="Legend color 123"/>
          <p:cNvSpPr/>
          <p:nvPr/>
        </p:nvSpPr>
        <p:spPr>
          <a:xfrm>
            <a:off x="11663347" y="493888"/>
            <a:ext cx="28097" cy="164629"/>
          </a:xfrm>
          <a:prstGeom prst="rect">
            <a:avLst/>
          </a:prstGeom>
          <a:solidFill>
            <a:srgbClr val="D17E58"/>
          </a:solidFill>
          <a:ln>
            <a:noFill/>
          </a:ln>
          <a:effectLst/>
        </p:spPr>
        <p:txBody>
          <a:bodyPr rtlCol="0" anchor="ctr"/>
          <a:lstStyle/>
          <a:p>
            <a:pPr algn="ctr"/>
          </a:p>
        </p:txBody>
      </p:sp>
      <p:sp>
        <p:nvSpPr>
          <p:cNvPr id="210" name="Legend color 124"/>
          <p:cNvSpPr/>
          <p:nvPr/>
        </p:nvSpPr>
        <p:spPr>
          <a:xfrm>
            <a:off x="11691092" y="493888"/>
            <a:ext cx="28097" cy="164629"/>
          </a:xfrm>
          <a:prstGeom prst="rect">
            <a:avLst/>
          </a:prstGeom>
          <a:solidFill>
            <a:srgbClr val="D07D57"/>
          </a:solidFill>
          <a:ln>
            <a:noFill/>
          </a:ln>
          <a:effectLst/>
        </p:spPr>
        <p:txBody>
          <a:bodyPr rtlCol="0" anchor="ctr"/>
          <a:lstStyle/>
          <a:p>
            <a:pPr algn="ctr"/>
          </a:p>
        </p:txBody>
      </p:sp>
      <p:sp>
        <p:nvSpPr>
          <p:cNvPr id="211" name="Legend color 125"/>
          <p:cNvSpPr/>
          <p:nvPr/>
        </p:nvSpPr>
        <p:spPr>
          <a:xfrm>
            <a:off x="11718836" y="493888"/>
            <a:ext cx="28097" cy="164629"/>
          </a:xfrm>
          <a:prstGeom prst="rect">
            <a:avLst/>
          </a:prstGeom>
          <a:solidFill>
            <a:srgbClr val="D07C56"/>
          </a:solidFill>
          <a:ln>
            <a:noFill/>
          </a:ln>
          <a:effectLst/>
        </p:spPr>
        <p:txBody>
          <a:bodyPr rtlCol="0" anchor="ctr"/>
          <a:lstStyle/>
          <a:p>
            <a:pPr algn="ctr"/>
          </a:p>
        </p:txBody>
      </p:sp>
      <p:sp>
        <p:nvSpPr>
          <p:cNvPr id="212" name="Legend color 126"/>
          <p:cNvSpPr/>
          <p:nvPr/>
        </p:nvSpPr>
        <p:spPr>
          <a:xfrm>
            <a:off x="11746581" y="493888"/>
            <a:ext cx="28097" cy="164629"/>
          </a:xfrm>
          <a:prstGeom prst="rect">
            <a:avLst/>
          </a:prstGeom>
          <a:solidFill>
            <a:srgbClr val="CF7B55"/>
          </a:solidFill>
          <a:ln>
            <a:noFill/>
          </a:ln>
          <a:effectLst/>
        </p:spPr>
        <p:txBody>
          <a:bodyPr rtlCol="0" anchor="ctr"/>
          <a:lstStyle/>
          <a:p>
            <a:pPr algn="ctr"/>
          </a:p>
        </p:txBody>
      </p:sp>
      <p:sp>
        <p:nvSpPr>
          <p:cNvPr id="213" name="Legend color 127"/>
          <p:cNvSpPr/>
          <p:nvPr/>
        </p:nvSpPr>
        <p:spPr>
          <a:xfrm>
            <a:off x="11774325" y="493888"/>
            <a:ext cx="28097" cy="164629"/>
          </a:xfrm>
          <a:prstGeom prst="rect">
            <a:avLst/>
          </a:prstGeom>
          <a:solidFill>
            <a:srgbClr val="CF7954"/>
          </a:solidFill>
          <a:ln>
            <a:noFill/>
          </a:ln>
          <a:effectLst/>
        </p:spPr>
        <p:txBody>
          <a:bodyPr rtlCol="0" anchor="ctr"/>
          <a:lstStyle/>
          <a:p>
            <a:pPr algn="ctr"/>
          </a:p>
        </p:txBody>
      </p:sp>
      <p:sp>
        <p:nvSpPr>
          <p:cNvPr id="214" name="Legend color 128"/>
          <p:cNvSpPr/>
          <p:nvPr/>
        </p:nvSpPr>
        <p:spPr>
          <a:xfrm>
            <a:off x="11802070" y="493888"/>
            <a:ext cx="28097" cy="164629"/>
          </a:xfrm>
          <a:prstGeom prst="rect">
            <a:avLst/>
          </a:prstGeom>
          <a:solidFill>
            <a:srgbClr val="CE7853"/>
          </a:solidFill>
          <a:ln>
            <a:noFill/>
          </a:ln>
          <a:effectLst/>
        </p:spPr>
        <p:txBody>
          <a:bodyPr rtlCol="0" anchor="ctr"/>
          <a:lstStyle/>
          <a:p>
            <a:pPr algn="ctr"/>
          </a:p>
        </p:txBody>
      </p:sp>
      <p:sp>
        <p:nvSpPr>
          <p:cNvPr id="215" name="Figure | Token-level credit allocation"/>
          <p:cNvSpPr txBox="1"/>
          <p:nvPr/>
        </p:nvSpPr>
        <p:spPr>
          <a:xfrm>
            <a:off x="305740" y="126294"/>
            <a:ext cx="4164247" cy="494476"/>
          </a:xfrm>
          <a:prstGeom prst="rect">
            <a:avLst/>
          </a:prstGeom>
          <a:noFill/>
          <a:effectLst/>
        </p:spPr>
        <p:txBody>
          <a:bodyPr wrap="none" lIns="0" rIns="0" tIns="0" bIns="0" anchor="t">
            <a:noAutofit/>
          </a:bodyPr>
          <a:lstStyle/>
          <a:p>
            <a:pPr>
              <a:lnSpc>
                <a:spcPct val="100000"/>
              </a:lnSpc>
              <a:spcBef>
                <a:spcPts val="0"/>
              </a:spcBef>
              <a:spcAft>
                <a:spcPts val="0"/>
              </a:spcAft>
            </a:pPr>
            <a:r>
              <a:rPr sz="2685" b="1">
                <a:solidFill>
                  <a:srgbClr val="29231F"/>
                </a:solidFill>
                <a:latin typeface="Times New Roman"/>
              </a:rPr>
              <a:t>Token-level credit allocation</a:t>
            </a:r>
          </a:p>
        </p:txBody>
      </p:sp>
      <p:sp>
        <p:nvSpPr>
          <p:cNvPr id="216" name="Figure | VPO  ·  Qwen3-14B-Base  ·  λ = 4"/>
          <p:cNvSpPr txBox="1"/>
          <p:nvPr/>
        </p:nvSpPr>
        <p:spPr>
          <a:xfrm>
            <a:off x="305740" y="622770"/>
            <a:ext cx="2870729" cy="272814"/>
          </a:xfrm>
          <a:prstGeom prst="rect">
            <a:avLst/>
          </a:prstGeom>
          <a:noFill/>
          <a:effectLst/>
        </p:spPr>
        <p:txBody>
          <a:bodyPr wrap="none" lIns="0" rIns="0" tIns="0" bIns="0" anchor="t">
            <a:noAutofit/>
          </a:bodyPr>
          <a:lstStyle/>
          <a:p>
            <a:pPr>
              <a:lnSpc>
                <a:spcPct val="100000"/>
              </a:lnSpc>
              <a:spcBef>
                <a:spcPts val="0"/>
              </a:spcBef>
              <a:spcAft>
                <a:spcPts val="0"/>
              </a:spcAft>
            </a:pPr>
            <a:r>
              <a:rPr sz="1481" b="0">
                <a:solidFill>
                  <a:srgbClr val="72665E"/>
                </a:solidFill>
                <a:latin typeface="Arial"/>
              </a:rPr>
              <a:t>VPO  ·  Qwen3-14B-Base  ·  λ = 4</a:t>
            </a:r>
          </a:p>
        </p:txBody>
      </p:sp>
      <p:sp>
        <p:nvSpPr>
          <p:cNvPr id="217" name="Figure | Credit weight w_t"/>
          <p:cNvSpPr txBox="1"/>
          <p:nvPr/>
        </p:nvSpPr>
        <p:spPr>
          <a:xfrm>
            <a:off x="8278518" y="161242"/>
            <a:ext cx="1324386"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Credit weight </a:t>
            </a:r>
            <a:r>
              <a:rPr sz="1407" b="0">
                <a:solidFill>
                  <a:srgbClr val="72665E"/>
                </a:solidFill>
                <a:latin typeface="Arial"/>
              </a:rPr>
              <a:t>w</a:t>
            </a:r>
            <a:r>
              <a:rPr sz="1055" b="0" baseline="-25000">
                <a:solidFill>
                  <a:srgbClr val="72665E"/>
                </a:solidFill>
                <a:latin typeface="Arial"/>
              </a:rPr>
              <a:t>t</a:t>
            </a:r>
          </a:p>
        </p:txBody>
      </p:sp>
      <p:sp>
        <p:nvSpPr>
          <p:cNvPr id="218" name="Figure | 0.25"/>
          <p:cNvSpPr txBox="1"/>
          <p:nvPr/>
        </p:nvSpPr>
        <p:spPr>
          <a:xfrm>
            <a:off x="8116093" y="760259"/>
            <a:ext cx="371886"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0.25</a:t>
            </a:r>
          </a:p>
        </p:txBody>
      </p:sp>
      <p:sp>
        <p:nvSpPr>
          <p:cNvPr id="219" name="Figure | 0.5"/>
          <p:cNvSpPr txBox="1"/>
          <p:nvPr/>
        </p:nvSpPr>
        <p:spPr>
          <a:xfrm>
            <a:off x="9080071" y="760259"/>
            <a:ext cx="277812"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0.5</a:t>
            </a:r>
          </a:p>
        </p:txBody>
      </p:sp>
      <p:sp>
        <p:nvSpPr>
          <p:cNvPr id="220" name="Figure | 1"/>
          <p:cNvSpPr txBox="1"/>
          <p:nvPr/>
        </p:nvSpPr>
        <p:spPr>
          <a:xfrm>
            <a:off x="9819669" y="760259"/>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1</a:t>
            </a:r>
          </a:p>
        </p:txBody>
      </p:sp>
      <p:sp>
        <p:nvSpPr>
          <p:cNvPr id="221" name="Figure | 2"/>
          <p:cNvSpPr txBox="1"/>
          <p:nvPr/>
        </p:nvSpPr>
        <p:spPr>
          <a:xfrm>
            <a:off x="10657478" y="760259"/>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2</a:t>
            </a:r>
          </a:p>
        </p:txBody>
      </p:sp>
      <p:sp>
        <p:nvSpPr>
          <p:cNvPr id="222" name="Figure | 4"/>
          <p:cNvSpPr txBox="1"/>
          <p:nvPr/>
        </p:nvSpPr>
        <p:spPr>
          <a:xfrm>
            <a:off x="11783512" y="760259"/>
            <a:ext cx="13964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4</a:t>
            </a:r>
          </a:p>
        </p:txBody>
      </p:sp>
      <p:sp>
        <p:nvSpPr>
          <p:cNvPr id="223" name="Figure | Shared square-root scale"/>
          <p:cNvSpPr txBox="1"/>
          <p:nvPr/>
        </p:nvSpPr>
        <p:spPr>
          <a:xfrm>
            <a:off x="10023298" y="1002077"/>
            <a:ext cx="1853553" cy="231892"/>
          </a:xfrm>
          <a:prstGeom prst="rect">
            <a:avLst/>
          </a:prstGeom>
          <a:noFill/>
          <a:effectLst/>
        </p:spPr>
        <p:txBody>
          <a:bodyPr wrap="none" lIns="0" rIns="0" tIns="0" bIns="0" anchor="t">
            <a:noAutofit/>
          </a:bodyPr>
          <a:lstStyle/>
          <a:p>
            <a:pPr>
              <a:lnSpc>
                <a:spcPct val="100000"/>
              </a:lnSpc>
              <a:spcBef>
                <a:spcPts val="0"/>
              </a:spcBef>
              <a:spcAft>
                <a:spcPts val="0"/>
              </a:spcAft>
            </a:pPr>
            <a:r>
              <a:rPr sz="1259" b="0">
                <a:solidFill>
                  <a:srgbClr val="72665E"/>
                </a:solidFill>
                <a:latin typeface="Arial"/>
              </a:rPr>
              <a:t>Shared square-root scale</a:t>
            </a:r>
          </a:p>
        </p:txBody>
      </p:sp>
      <p:sp>
        <p:nvSpPr>
          <p:cNvPr id="224" name="Figure | Positive advantage"/>
          <p:cNvSpPr txBox="1"/>
          <p:nvPr/>
        </p:nvSpPr>
        <p:spPr>
          <a:xfrm>
            <a:off x="305740" y="1448740"/>
            <a:ext cx="2178402" cy="341018"/>
          </a:xfrm>
          <a:prstGeom prst="rect">
            <a:avLst/>
          </a:prstGeom>
          <a:noFill/>
          <a:effectLst/>
        </p:spPr>
        <p:txBody>
          <a:bodyPr wrap="none" lIns="0" rIns="0" tIns="0" bIns="0" anchor="t">
            <a:noAutofit/>
          </a:bodyPr>
          <a:lstStyle/>
          <a:p>
            <a:pPr>
              <a:lnSpc>
                <a:spcPct val="100000"/>
              </a:lnSpc>
              <a:spcBef>
                <a:spcPts val="0"/>
              </a:spcBef>
              <a:spcAft>
                <a:spcPts val="0"/>
              </a:spcAft>
            </a:pPr>
            <a:r>
              <a:rPr sz="1851" b="1">
                <a:solidFill>
                  <a:srgbClr val="9A4C30"/>
                </a:solidFill>
                <a:latin typeface="Arial"/>
              </a:rPr>
              <a:t>Positive advantage</a:t>
            </a:r>
          </a:p>
        </p:txBody>
      </p:sp>
      <p:sp>
        <p:nvSpPr>
          <p:cNvPr id="225" name="Figure | Deeper orange: stronger reinforcement"/>
          <p:cNvSpPr txBox="1"/>
          <p:nvPr/>
        </p:nvSpPr>
        <p:spPr>
          <a:xfrm>
            <a:off x="305740" y="1784020"/>
            <a:ext cx="3147071"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Deeper orange: stronger reinforcement</a:t>
            </a:r>
          </a:p>
        </p:txBody>
      </p:sp>
      <p:sp>
        <p:nvSpPr>
          <p:cNvPr id="226" name="Figure | Negative advantage"/>
          <p:cNvSpPr txBox="1"/>
          <p:nvPr/>
        </p:nvSpPr>
        <p:spPr>
          <a:xfrm>
            <a:off x="6401740" y="1448740"/>
            <a:ext cx="2262187" cy="341018"/>
          </a:xfrm>
          <a:prstGeom prst="rect">
            <a:avLst/>
          </a:prstGeom>
          <a:noFill/>
          <a:effectLst/>
        </p:spPr>
        <p:txBody>
          <a:bodyPr wrap="none" lIns="0" rIns="0" tIns="0" bIns="0" anchor="t">
            <a:noAutofit/>
          </a:bodyPr>
          <a:lstStyle/>
          <a:p>
            <a:pPr>
              <a:lnSpc>
                <a:spcPct val="100000"/>
              </a:lnSpc>
              <a:spcBef>
                <a:spcPts val="0"/>
              </a:spcBef>
              <a:spcAft>
                <a:spcPts val="0"/>
              </a:spcAft>
            </a:pPr>
            <a:r>
              <a:rPr sz="1851" b="1">
                <a:solidFill>
                  <a:srgbClr val="9A4C30"/>
                </a:solidFill>
                <a:latin typeface="Arial"/>
              </a:rPr>
              <a:t>Negative advantage</a:t>
            </a:r>
          </a:p>
        </p:txBody>
      </p:sp>
      <p:sp>
        <p:nvSpPr>
          <p:cNvPr id="227" name="Figure | Deeper orange: stronger penalty"/>
          <p:cNvSpPr txBox="1"/>
          <p:nvPr/>
        </p:nvSpPr>
        <p:spPr>
          <a:xfrm>
            <a:off x="6401740" y="1784020"/>
            <a:ext cx="2629664"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Deeper orange: stronger penalty</a:t>
            </a:r>
          </a:p>
        </p:txBody>
      </p:sp>
      <p:sp>
        <p:nvSpPr>
          <p:cNvPr id="255" name="Figure | Color encodes w_t; the signed token advantage is A·w_t.  Uniform "/>
          <p:cNvSpPr txBox="1"/>
          <p:nvPr/>
        </p:nvSpPr>
        <p:spPr>
          <a:xfrm>
            <a:off x="305740" y="8211208"/>
            <a:ext cx="5983993" cy="248943"/>
          </a:xfrm>
          <a:prstGeom prst="rect">
            <a:avLst/>
          </a:prstGeom>
          <a:noFill/>
          <a:effectLst/>
        </p:spPr>
        <p:txBody>
          <a:bodyPr wrap="none" lIns="0" rIns="0" tIns="0" bIns="0" anchor="t">
            <a:noAutofit/>
          </a:bodyPr>
          <a:lstStyle/>
          <a:p>
            <a:pPr>
              <a:lnSpc>
                <a:spcPct val="100000"/>
              </a:lnSpc>
              <a:spcBef>
                <a:spcPts val="0"/>
              </a:spcBef>
              <a:spcAft>
                <a:spcPts val="0"/>
              </a:spcAft>
            </a:pPr>
            <a:r>
              <a:rPr sz="1351" b="0">
                <a:solidFill>
                  <a:srgbClr val="72665E"/>
                </a:solidFill>
                <a:latin typeface="Arial"/>
              </a:rPr>
              <a:t>Color encodes </a:t>
            </a:r>
            <a:r>
              <a:rPr sz="1351" b="0">
                <a:solidFill>
                  <a:srgbClr val="72665E"/>
                </a:solidFill>
                <a:latin typeface="Arial"/>
              </a:rPr>
              <a:t>w</a:t>
            </a:r>
            <a:r>
              <a:rPr sz="1013" b="0" baseline="-25000">
                <a:solidFill>
                  <a:srgbClr val="72665E"/>
                </a:solidFill>
                <a:latin typeface="Arial"/>
              </a:rPr>
              <a:t>t</a:t>
            </a:r>
            <a:r>
              <a:rPr sz="1351" b="0">
                <a:solidFill>
                  <a:srgbClr val="72665E"/>
                </a:solidFill>
                <a:latin typeface="Arial"/>
              </a:rPr>
              <a:t>; the signed token advantage is A·</a:t>
            </a:r>
            <a:r>
              <a:rPr sz="1351" b="0">
                <a:solidFill>
                  <a:srgbClr val="72665E"/>
                </a:solidFill>
                <a:latin typeface="Arial"/>
              </a:rPr>
              <a:t>w</a:t>
            </a:r>
            <a:r>
              <a:rPr sz="1013" b="0" baseline="-25000">
                <a:solidFill>
                  <a:srgbClr val="72665E"/>
                </a:solidFill>
                <a:latin typeface="Arial"/>
              </a:rPr>
              <a:t>t</a:t>
            </a:r>
            <a:r>
              <a:rPr sz="1351" b="0">
                <a:solidFill>
                  <a:srgbClr val="72665E"/>
                </a:solidFill>
                <a:latin typeface="Arial"/>
              </a:rPr>
              <a:t>.  Uniform credit: </a:t>
            </a:r>
            <a:r>
              <a:rPr sz="1351" b="0">
                <a:solidFill>
                  <a:srgbClr val="72665E"/>
                </a:solidFill>
                <a:latin typeface="Arial"/>
              </a:rPr>
              <a:t>w</a:t>
            </a:r>
            <a:r>
              <a:rPr sz="1013" b="0" baseline="-25000">
                <a:solidFill>
                  <a:srgbClr val="72665E"/>
                </a:solidFill>
                <a:latin typeface="Arial"/>
              </a:rPr>
              <a:t>t</a:t>
            </a:r>
            <a:r>
              <a:rPr sz="1351" b="0">
                <a:solidFill>
                  <a:srgbClr val="72665E"/>
                </a:solidFill>
                <a:latin typeface="Arial"/>
              </a:rPr>
              <a:t> = 1.</a:t>
            </a:r>
          </a:p>
        </p:txBody>
      </p:sp>
      <p:grpSp>
        <p:nvGrpSpPr>
          <p:cNvPr id="256" name="CASE | terminology | editable text and token highlights"/>
          <p:cNvGrpSpPr/>
          <p:nvPr/>
        </p:nvGrpSpPr>
        <p:grpSpPr>
          <a:xfrm>
            <a:off x="299155" y="2162833"/>
            <a:ext cx="4785253" cy="2341151"/>
            <a:chOff x="299155" y="2162833"/>
            <a:chExt cx="4785253" cy="2341151"/>
          </a:xfrm>
        </p:grpSpPr>
        <p:sp>
          <p:nvSpPr>
            <p:cNvPr id="2" name="terminology | token 0 | id 785 | w=0.824707"/>
            <p:cNvSpPr/>
            <p:nvPr/>
          </p:nvSpPr>
          <p:spPr>
            <a:xfrm>
              <a:off x="299155" y="3411031"/>
              <a:ext cx="410045" cy="284480"/>
            </a:xfrm>
            <a:prstGeom prst="rect">
              <a:avLst/>
            </a:prstGeom>
            <a:solidFill>
              <a:srgbClr val="F1D2B9"/>
            </a:solidFill>
            <a:ln w="5174">
              <a:solidFill>
                <a:srgbClr val="FFFFFF"/>
              </a:solidFill>
            </a:ln>
            <a:effectLst/>
          </p:spPr>
          <p:txBody>
            <a:bodyPr rtlCol="0" anchor="ctr"/>
            <a:lstStyle/>
            <a:p>
              <a:pPr algn="ctr"/>
            </a:p>
          </p:txBody>
        </p:sp>
        <p:sp>
          <p:nvSpPr>
            <p:cNvPr id="3" name="terminology | token 1 | id 17860 | w=0.46167"/>
            <p:cNvSpPr/>
            <p:nvPr/>
          </p:nvSpPr>
          <p:spPr>
            <a:xfrm>
              <a:off x="759236" y="3411031"/>
              <a:ext cx="633471" cy="284480"/>
            </a:xfrm>
            <a:prstGeom prst="rect">
              <a:avLst/>
            </a:prstGeom>
            <a:solidFill>
              <a:srgbClr val="F6E4D3"/>
            </a:solidFill>
            <a:ln w="5174">
              <a:solidFill>
                <a:srgbClr val="FFFFFF"/>
              </a:solidFill>
            </a:ln>
            <a:effectLst/>
          </p:spPr>
          <p:txBody>
            <a:bodyPr rtlCol="0" anchor="ctr"/>
            <a:lstStyle/>
            <a:p>
              <a:pPr algn="ctr"/>
            </a:p>
          </p:txBody>
        </p:sp>
        <p:sp>
          <p:nvSpPr>
            <p:cNvPr id="4" name="terminology | token 2 | id 20448 | w=0.965332"/>
            <p:cNvSpPr/>
            <p:nvPr/>
          </p:nvSpPr>
          <p:spPr>
            <a:xfrm>
              <a:off x="1442743" y="3411031"/>
              <a:ext cx="764293" cy="284480"/>
            </a:xfrm>
            <a:prstGeom prst="rect">
              <a:avLst/>
            </a:prstGeom>
            <a:solidFill>
              <a:srgbClr val="EFCBAF"/>
            </a:solidFill>
            <a:ln w="5174">
              <a:solidFill>
                <a:srgbClr val="FFFFFF"/>
              </a:solidFill>
            </a:ln>
            <a:effectLst/>
          </p:spPr>
          <p:txBody>
            <a:bodyPr rtlCol="0" anchor="ctr"/>
            <a:lstStyle/>
            <a:p>
              <a:pPr algn="ctr"/>
            </a:p>
          </p:txBody>
        </p:sp>
        <p:sp>
          <p:nvSpPr>
            <p:cNvPr id="5" name="terminology | token 3 | id 11 | w=0.940918"/>
            <p:cNvSpPr/>
            <p:nvPr/>
          </p:nvSpPr>
          <p:spPr>
            <a:xfrm>
              <a:off x="2193866" y="3411031"/>
              <a:ext cx="76376" cy="284480"/>
            </a:xfrm>
            <a:prstGeom prst="rect">
              <a:avLst/>
            </a:prstGeom>
            <a:solidFill>
              <a:srgbClr val="F0CCB1"/>
            </a:solidFill>
            <a:ln w="5174">
              <a:solidFill>
                <a:srgbClr val="FFFFFF"/>
              </a:solidFill>
            </a:ln>
            <a:effectLst/>
          </p:spPr>
          <p:txBody>
            <a:bodyPr rtlCol="0" anchor="ctr"/>
            <a:lstStyle/>
            <a:p>
              <a:pPr algn="ctr"/>
            </a:p>
          </p:txBody>
        </p:sp>
        <p:sp>
          <p:nvSpPr>
            <p:cNvPr id="6" name="terminology | token 4 | id 476 | w=1.46875"/>
            <p:cNvSpPr/>
            <p:nvPr/>
          </p:nvSpPr>
          <p:spPr>
            <a:xfrm>
              <a:off x="2320278" y="3411031"/>
              <a:ext cx="226306" cy="284480"/>
            </a:xfrm>
            <a:prstGeom prst="rect">
              <a:avLst/>
            </a:prstGeom>
            <a:solidFill>
              <a:srgbClr val="E9B592"/>
            </a:solidFill>
            <a:ln w="5174">
              <a:solidFill>
                <a:srgbClr val="FFFFFF"/>
              </a:solidFill>
            </a:ln>
            <a:effectLst/>
          </p:spPr>
          <p:txBody>
            <a:bodyPr rtlCol="0" anchor="ctr"/>
            <a:lstStyle/>
            <a:p>
              <a:pPr algn="ctr"/>
            </a:p>
          </p:txBody>
        </p:sp>
        <p:sp>
          <p:nvSpPr>
            <p:cNvPr id="7" name="terminology | token 5 | id 803 | w=0.509277"/>
            <p:cNvSpPr/>
            <p:nvPr/>
          </p:nvSpPr>
          <p:spPr>
            <a:xfrm>
              <a:off x="2596620" y="3411031"/>
              <a:ext cx="537927" cy="284480"/>
            </a:xfrm>
            <a:prstGeom prst="rect">
              <a:avLst/>
            </a:prstGeom>
            <a:solidFill>
              <a:srgbClr val="F5E1CE"/>
            </a:solidFill>
            <a:ln w="5174">
              <a:solidFill>
                <a:srgbClr val="FFFFFF"/>
              </a:solidFill>
            </a:ln>
            <a:effectLst/>
          </p:spPr>
          <p:txBody>
            <a:bodyPr rtlCol="0" anchor="ctr"/>
            <a:lstStyle/>
            <a:p>
              <a:pPr algn="ctr"/>
            </a:p>
          </p:txBody>
        </p:sp>
        <p:sp>
          <p:nvSpPr>
            <p:cNvPr id="8" name="terminology | token 6 | id 29257 | w=4"/>
            <p:cNvSpPr/>
            <p:nvPr/>
          </p:nvSpPr>
          <p:spPr>
            <a:xfrm>
              <a:off x="3184583" y="3411031"/>
              <a:ext cx="1056804" cy="284480"/>
            </a:xfrm>
            <a:prstGeom prst="rect">
              <a:avLst/>
            </a:prstGeom>
            <a:solidFill>
              <a:srgbClr val="CE7853"/>
            </a:solidFill>
            <a:ln w="5174">
              <a:solidFill>
                <a:srgbClr val="FFFFFF"/>
              </a:solidFill>
            </a:ln>
            <a:effectLst/>
          </p:spPr>
          <p:txBody>
            <a:bodyPr rtlCol="0" anchor="ctr"/>
            <a:lstStyle/>
            <a:p>
              <a:pPr algn="ctr"/>
            </a:p>
          </p:txBody>
        </p:sp>
        <p:sp>
          <p:nvSpPr>
            <p:cNvPr id="9" name="terminology | token 7 | id 11 | w=1.33105"/>
            <p:cNvSpPr/>
            <p:nvPr/>
          </p:nvSpPr>
          <p:spPr>
            <a:xfrm>
              <a:off x="4228218" y="3411031"/>
              <a:ext cx="60207" cy="284480"/>
            </a:xfrm>
            <a:prstGeom prst="rect">
              <a:avLst/>
            </a:prstGeom>
            <a:solidFill>
              <a:srgbClr val="EBBA99"/>
            </a:solidFill>
            <a:ln w="5174">
              <a:solidFill>
                <a:srgbClr val="FFFFFF"/>
              </a:solidFill>
            </a:ln>
            <a:effectLst/>
          </p:spPr>
          <p:txBody>
            <a:bodyPr rtlCol="0" anchor="ctr"/>
            <a:lstStyle/>
            <a:p>
              <a:pPr algn="ctr"/>
            </a:p>
          </p:txBody>
        </p:sp>
        <p:sp>
          <p:nvSpPr>
            <p:cNvPr id="10" name="terminology | token 8 | id 36950 | w=1.28223"/>
            <p:cNvSpPr/>
            <p:nvPr/>
          </p:nvSpPr>
          <p:spPr>
            <a:xfrm>
              <a:off x="299155" y="3787328"/>
              <a:ext cx="820149" cy="284480"/>
            </a:xfrm>
            <a:prstGeom prst="rect">
              <a:avLst/>
            </a:prstGeom>
            <a:solidFill>
              <a:srgbClr val="EBBC9C"/>
            </a:solidFill>
            <a:ln w="5174">
              <a:solidFill>
                <a:srgbClr val="FFFFFF"/>
              </a:solidFill>
            </a:ln>
            <a:effectLst/>
          </p:spPr>
          <p:txBody>
            <a:bodyPr rtlCol="0" anchor="ctr"/>
            <a:lstStyle/>
            <a:p>
              <a:pPr algn="ctr"/>
            </a:p>
          </p:txBody>
        </p:sp>
        <p:sp>
          <p:nvSpPr>
            <p:cNvPr id="11" name="terminology | token 9 | id 24427 | w=1.16016"/>
            <p:cNvSpPr/>
            <p:nvPr/>
          </p:nvSpPr>
          <p:spPr>
            <a:xfrm>
              <a:off x="1169340" y="3787328"/>
              <a:ext cx="733425" cy="284480"/>
            </a:xfrm>
            <a:prstGeom prst="rect">
              <a:avLst/>
            </a:prstGeom>
            <a:solidFill>
              <a:srgbClr val="EDC2A3"/>
            </a:solidFill>
            <a:ln w="5174">
              <a:solidFill>
                <a:srgbClr val="FFFFFF"/>
              </a:solidFill>
            </a:ln>
            <a:effectLst/>
          </p:spPr>
          <p:txBody>
            <a:bodyPr rtlCol="0" anchor="ctr"/>
            <a:lstStyle/>
            <a:p>
              <a:pPr algn="ctr"/>
            </a:p>
          </p:txBody>
        </p:sp>
        <p:sp>
          <p:nvSpPr>
            <p:cNvPr id="12" name="terminology | token 10 | id 11 | w=0.976562"/>
            <p:cNvSpPr/>
            <p:nvPr/>
          </p:nvSpPr>
          <p:spPr>
            <a:xfrm>
              <a:off x="1889595" y="3787328"/>
              <a:ext cx="76376" cy="284480"/>
            </a:xfrm>
            <a:prstGeom prst="rect">
              <a:avLst/>
            </a:prstGeom>
            <a:solidFill>
              <a:srgbClr val="EFCAAE"/>
            </a:solidFill>
            <a:ln w="5174">
              <a:solidFill>
                <a:srgbClr val="FFFFFF"/>
              </a:solidFill>
            </a:ln>
            <a:effectLst/>
          </p:spPr>
          <p:txBody>
            <a:bodyPr rtlCol="0" anchor="ctr"/>
            <a:lstStyle/>
            <a:p>
              <a:pPr algn="ctr"/>
            </a:p>
          </p:txBody>
        </p:sp>
        <p:sp>
          <p:nvSpPr>
            <p:cNvPr id="13" name="terminology | token 11 | id 702 | w=1.18066"/>
            <p:cNvSpPr/>
            <p:nvPr/>
          </p:nvSpPr>
          <p:spPr>
            <a:xfrm>
              <a:off x="2016007" y="3787328"/>
              <a:ext cx="351249" cy="284480"/>
            </a:xfrm>
            <a:prstGeom prst="rect">
              <a:avLst/>
            </a:prstGeom>
            <a:solidFill>
              <a:srgbClr val="EDC1A1"/>
            </a:solidFill>
            <a:ln w="5174">
              <a:solidFill>
                <a:srgbClr val="FFFFFF"/>
              </a:solidFill>
            </a:ln>
            <a:effectLst/>
          </p:spPr>
          <p:txBody>
            <a:bodyPr rtlCol="0" anchor="ctr"/>
            <a:lstStyle/>
            <a:p>
              <a:pPr algn="ctr"/>
            </a:p>
          </p:txBody>
        </p:sp>
        <p:sp>
          <p:nvSpPr>
            <p:cNvPr id="14" name="terminology | token 12 | id 2115 | w=1.41016"/>
            <p:cNvSpPr/>
            <p:nvPr/>
          </p:nvSpPr>
          <p:spPr>
            <a:xfrm>
              <a:off x="2417292" y="3787328"/>
              <a:ext cx="352718" cy="284480"/>
            </a:xfrm>
            <a:prstGeom prst="rect">
              <a:avLst/>
            </a:prstGeom>
            <a:solidFill>
              <a:srgbClr val="EAB795"/>
            </a:solidFill>
            <a:ln w="5174">
              <a:solidFill>
                <a:srgbClr val="FFFFFF"/>
              </a:solidFill>
            </a:ln>
            <a:effectLst/>
          </p:spPr>
          <p:txBody>
            <a:bodyPr rtlCol="0" anchor="ctr"/>
            <a:lstStyle/>
            <a:p>
              <a:pPr algn="ctr"/>
            </a:p>
          </p:txBody>
        </p:sp>
        <p:sp>
          <p:nvSpPr>
            <p:cNvPr id="15" name="terminology | token 13 | id 264 | w=1.01367"/>
            <p:cNvSpPr/>
            <p:nvPr/>
          </p:nvSpPr>
          <p:spPr>
            <a:xfrm>
              <a:off x="2820046" y="3787328"/>
              <a:ext cx="124883" cy="284480"/>
            </a:xfrm>
            <a:prstGeom prst="rect">
              <a:avLst/>
            </a:prstGeom>
            <a:solidFill>
              <a:srgbClr val="EFC8AC"/>
            </a:solidFill>
            <a:ln w="5174">
              <a:solidFill>
                <a:srgbClr val="FFFFFF"/>
              </a:solidFill>
            </a:ln>
            <a:effectLst/>
          </p:spPr>
          <p:txBody>
            <a:bodyPr rtlCol="0" anchor="ctr"/>
            <a:lstStyle/>
            <a:p>
              <a:pPr algn="ctr"/>
            </a:p>
          </p:txBody>
        </p:sp>
        <p:sp>
          <p:nvSpPr>
            <p:cNvPr id="16" name="terminology | token 14 | id 28769 | w=1.91895"/>
            <p:cNvSpPr/>
            <p:nvPr/>
          </p:nvSpPr>
          <p:spPr>
            <a:xfrm>
              <a:off x="2994965" y="3787328"/>
              <a:ext cx="689327" cy="284480"/>
            </a:xfrm>
            <a:prstGeom prst="rect">
              <a:avLst/>
            </a:prstGeom>
            <a:solidFill>
              <a:srgbClr val="E4A680"/>
            </a:solidFill>
            <a:ln w="5174">
              <a:solidFill>
                <a:srgbClr val="FFFFFF"/>
              </a:solidFill>
            </a:ln>
            <a:effectLst/>
          </p:spPr>
          <p:txBody>
            <a:bodyPr rtlCol="0" anchor="ctr"/>
            <a:lstStyle/>
            <a:p>
              <a:pPr algn="ctr"/>
            </a:p>
          </p:txBody>
        </p:sp>
        <p:sp>
          <p:nvSpPr>
            <p:cNvPr id="17" name="terminology | token 15 | id 19588 | w=1.73047"/>
            <p:cNvSpPr/>
            <p:nvPr/>
          </p:nvSpPr>
          <p:spPr>
            <a:xfrm>
              <a:off x="3734329" y="3787328"/>
              <a:ext cx="676098" cy="284480"/>
            </a:xfrm>
            <a:prstGeom prst="rect">
              <a:avLst/>
            </a:prstGeom>
            <a:solidFill>
              <a:srgbClr val="E6AC86"/>
            </a:solidFill>
            <a:ln w="5174">
              <a:solidFill>
                <a:srgbClr val="FFFFFF"/>
              </a:solidFill>
            </a:ln>
            <a:effectLst/>
          </p:spPr>
          <p:txBody>
            <a:bodyPr rtlCol="0" anchor="ctr"/>
            <a:lstStyle/>
            <a:p>
              <a:pPr algn="ctr"/>
            </a:p>
          </p:txBody>
        </p:sp>
        <p:sp>
          <p:nvSpPr>
            <p:cNvPr id="18" name="terminology | token 16 | id 304 | w=1.05859"/>
            <p:cNvSpPr/>
            <p:nvPr/>
          </p:nvSpPr>
          <p:spPr>
            <a:xfrm>
              <a:off x="299155" y="4163624"/>
              <a:ext cx="211607" cy="284480"/>
            </a:xfrm>
            <a:prstGeom prst="rect">
              <a:avLst/>
            </a:prstGeom>
            <a:solidFill>
              <a:srgbClr val="EEC6A9"/>
            </a:solidFill>
            <a:ln w="5174">
              <a:solidFill>
                <a:srgbClr val="FFFFFF"/>
              </a:solidFill>
            </a:ln>
            <a:effectLst/>
          </p:spPr>
          <p:txBody>
            <a:bodyPr rtlCol="0" anchor="ctr"/>
            <a:lstStyle/>
            <a:p>
              <a:pPr algn="ctr"/>
            </a:p>
          </p:txBody>
        </p:sp>
        <p:sp>
          <p:nvSpPr>
            <p:cNvPr id="19" name="terminology | token 17 | id 5257 | w=0.98877"/>
            <p:cNvSpPr/>
            <p:nvPr/>
          </p:nvSpPr>
          <p:spPr>
            <a:xfrm>
              <a:off x="560799" y="4163624"/>
              <a:ext cx="761353" cy="284480"/>
            </a:xfrm>
            <a:prstGeom prst="rect">
              <a:avLst/>
            </a:prstGeom>
            <a:solidFill>
              <a:srgbClr val="EFCAAD"/>
            </a:solidFill>
            <a:ln w="5174">
              <a:solidFill>
                <a:srgbClr val="FFFFFF"/>
              </a:solidFill>
            </a:ln>
            <a:effectLst/>
          </p:spPr>
          <p:txBody>
            <a:bodyPr rtlCol="0" anchor="ctr"/>
            <a:lstStyle/>
            <a:p>
              <a:pPr algn="ctr"/>
            </a:p>
          </p:txBody>
        </p:sp>
        <p:sp>
          <p:nvSpPr>
            <p:cNvPr id="20" name="terminology | token 18 | id 13566 | w=1.03711"/>
            <p:cNvSpPr/>
            <p:nvPr/>
          </p:nvSpPr>
          <p:spPr>
            <a:xfrm>
              <a:off x="1372187" y="4163624"/>
              <a:ext cx="746654" cy="284480"/>
            </a:xfrm>
            <a:prstGeom prst="rect">
              <a:avLst/>
            </a:prstGeom>
            <a:solidFill>
              <a:srgbClr val="EEC7AA"/>
            </a:solidFill>
            <a:ln w="5174">
              <a:solidFill>
                <a:srgbClr val="FFFFFF"/>
              </a:solidFill>
            </a:ln>
            <a:effectLst/>
          </p:spPr>
          <p:txBody>
            <a:bodyPr rtlCol="0" anchor="ctr"/>
            <a:lstStyle/>
            <a:p>
              <a:pPr algn="ctr"/>
            </a:p>
          </p:txBody>
        </p:sp>
        <p:sp>
          <p:nvSpPr>
            <p:cNvPr id="21" name="terminology | token 19 | id 315 | w=0.987305"/>
            <p:cNvSpPr/>
            <p:nvPr/>
          </p:nvSpPr>
          <p:spPr>
            <a:xfrm>
              <a:off x="2168877" y="4163624"/>
              <a:ext cx="226306" cy="284480"/>
            </a:xfrm>
            <a:prstGeom prst="rect">
              <a:avLst/>
            </a:prstGeom>
            <a:solidFill>
              <a:srgbClr val="EFCAAD"/>
            </a:solidFill>
            <a:ln w="5174">
              <a:solidFill>
                <a:srgbClr val="FFFFFF"/>
              </a:solidFill>
            </a:ln>
            <a:effectLst/>
          </p:spPr>
          <p:txBody>
            <a:bodyPr rtlCol="0" anchor="ctr"/>
            <a:lstStyle/>
            <a:p>
              <a:pPr algn="ctr"/>
            </a:p>
          </p:txBody>
        </p:sp>
        <p:sp>
          <p:nvSpPr>
            <p:cNvPr id="22" name="terminology | token 20 | id 1039 | w=1.76465"/>
            <p:cNvSpPr/>
            <p:nvPr/>
          </p:nvSpPr>
          <p:spPr>
            <a:xfrm>
              <a:off x="2445220" y="4163624"/>
              <a:ext cx="352718" cy="284480"/>
            </a:xfrm>
            <a:prstGeom prst="rect">
              <a:avLst/>
            </a:prstGeom>
            <a:solidFill>
              <a:srgbClr val="E6AB85"/>
            </a:solidFill>
            <a:ln w="5174">
              <a:solidFill>
                <a:srgbClr val="FFFFFF"/>
              </a:solidFill>
            </a:ln>
            <a:effectLst/>
          </p:spPr>
          <p:txBody>
            <a:bodyPr rtlCol="0" anchor="ctr"/>
            <a:lstStyle/>
            <a:p>
              <a:pPr algn="ctr"/>
            </a:p>
          </p:txBody>
        </p:sp>
        <p:sp>
          <p:nvSpPr>
            <p:cNvPr id="23" name="terminology | token 21 | id 1879 | w=1.08789"/>
            <p:cNvSpPr/>
            <p:nvPr/>
          </p:nvSpPr>
          <p:spPr>
            <a:xfrm>
              <a:off x="2847975" y="4163624"/>
              <a:ext cx="607012" cy="284480"/>
            </a:xfrm>
            <a:prstGeom prst="rect">
              <a:avLst/>
            </a:prstGeom>
            <a:solidFill>
              <a:srgbClr val="EEC5A7"/>
            </a:solidFill>
            <a:ln w="5174">
              <a:solidFill>
                <a:srgbClr val="FFFFFF"/>
              </a:solidFill>
            </a:ln>
            <a:effectLst/>
          </p:spPr>
          <p:txBody>
            <a:bodyPr rtlCol="0" anchor="ctr"/>
            <a:lstStyle/>
            <a:p>
              <a:pPr algn="ctr"/>
            </a:p>
          </p:txBody>
        </p:sp>
        <p:sp>
          <p:nvSpPr>
            <p:cNvPr id="24" name="terminology | token 22 | id 3351 | w=1.13574"/>
            <p:cNvSpPr/>
            <p:nvPr/>
          </p:nvSpPr>
          <p:spPr>
            <a:xfrm>
              <a:off x="3505023" y="4163624"/>
              <a:ext cx="577614" cy="284480"/>
            </a:xfrm>
            <a:prstGeom prst="rect">
              <a:avLst/>
            </a:prstGeom>
            <a:solidFill>
              <a:srgbClr val="EDC3A4"/>
            </a:solidFill>
            <a:ln w="5174">
              <a:solidFill>
                <a:srgbClr val="FFFFFF"/>
              </a:solidFill>
            </a:ln>
            <a:effectLst/>
          </p:spPr>
          <p:txBody>
            <a:bodyPr rtlCol="0" anchor="ctr"/>
            <a:lstStyle/>
            <a:p>
              <a:pPr algn="ctr"/>
            </a:p>
          </p:txBody>
        </p:sp>
        <p:sp>
          <p:nvSpPr>
            <p:cNvPr id="25" name="terminology | token 23 | id 13 | w=0.952637"/>
            <p:cNvSpPr/>
            <p:nvPr/>
          </p:nvSpPr>
          <p:spPr>
            <a:xfrm>
              <a:off x="4069468" y="4163624"/>
              <a:ext cx="60207" cy="284480"/>
            </a:xfrm>
            <a:prstGeom prst="rect">
              <a:avLst/>
            </a:prstGeom>
            <a:solidFill>
              <a:srgbClr val="F0CCB0"/>
            </a:solidFill>
            <a:ln w="5174">
              <a:solidFill>
                <a:srgbClr val="FFFFFF"/>
              </a:solidFill>
            </a:ln>
            <a:effectLst/>
          </p:spPr>
          <p:txBody>
            <a:bodyPr rtlCol="0" anchor="ctr"/>
            <a:lstStyle/>
            <a:p>
              <a:pPr algn="ctr"/>
            </a:p>
          </p:txBody>
        </p:sp>
        <p:sp>
          <p:nvSpPr>
            <p:cNvPr id="228" name="terminology | (a)  Refining an imprecise term"/>
            <p:cNvSpPr txBox="1"/>
            <p:nvPr/>
          </p:nvSpPr>
          <p:spPr>
            <a:xfrm>
              <a:off x="305740" y="2162833"/>
              <a:ext cx="2995671" cy="291570"/>
            </a:xfrm>
            <a:prstGeom prst="rect">
              <a:avLst/>
            </a:prstGeom>
            <a:noFill/>
            <a:effectLst/>
          </p:spPr>
          <p:txBody>
            <a:bodyPr wrap="none" lIns="0" rIns="0" tIns="0" bIns="0" anchor="t">
              <a:noAutofit/>
            </a:bodyPr>
            <a:lstStyle/>
            <a:p>
              <a:pPr>
                <a:lnSpc>
                  <a:spcPct val="100000"/>
                </a:lnSpc>
                <a:spcBef>
                  <a:spcPts val="0"/>
                </a:spcBef>
                <a:spcAft>
                  <a:spcPts val="0"/>
                </a:spcAft>
              </a:pPr>
              <a:r>
                <a:rPr sz="1583" b="1">
                  <a:solidFill>
                    <a:srgbClr val="29231F"/>
                  </a:solidFill>
                  <a:latin typeface="Arial"/>
                </a:rPr>
                <a:t>(a)  Refining an imprecise term</a:t>
              </a:r>
            </a:p>
          </p:txBody>
        </p:sp>
        <p:sp>
          <p:nvSpPr>
            <p:cNvPr id="229" name="terminology | A = +1.47    ·    rank 1/8"/>
            <p:cNvSpPr txBox="1"/>
            <p:nvPr/>
          </p:nvSpPr>
          <p:spPr>
            <a:xfrm>
              <a:off x="305740" y="2491787"/>
              <a:ext cx="1872662" cy="255763"/>
            </a:xfrm>
            <a:prstGeom prst="rect">
              <a:avLst/>
            </a:prstGeom>
            <a:noFill/>
            <a:effectLst/>
          </p:spPr>
          <p:txBody>
            <a:bodyPr wrap="none" lIns="0" rIns="0" tIns="0" bIns="0" anchor="t">
              <a:noAutofit/>
            </a:bodyPr>
            <a:lstStyle/>
            <a:p>
              <a:pPr>
                <a:lnSpc>
                  <a:spcPct val="100000"/>
                </a:lnSpc>
                <a:spcBef>
                  <a:spcPts val="0"/>
                </a:spcBef>
                <a:spcAft>
                  <a:spcPts val="0"/>
                </a:spcAft>
              </a:pPr>
              <a:r>
                <a:rPr sz="1388" b="0">
                  <a:solidFill>
                    <a:srgbClr val="72665E"/>
                  </a:solidFill>
                  <a:latin typeface="Arial"/>
                </a:rPr>
                <a:t>A = +1.47    ·    rank 1/8</a:t>
              </a:r>
            </a:p>
          </p:txBody>
        </p:sp>
        <p:sp>
          <p:nvSpPr>
            <p:cNvPr id="230" name="terminology | Prompt: What are the lasting legacies of the Greek Empire?"/>
            <p:cNvSpPr txBox="1"/>
            <p:nvPr/>
          </p:nvSpPr>
          <p:spPr>
            <a:xfrm>
              <a:off x="305740" y="2795317"/>
              <a:ext cx="4778668"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Prompt: What are the lasting legacies of the Greek Empire?</a:t>
              </a:r>
            </a:p>
          </p:txBody>
        </p:sp>
        <p:sp>
          <p:nvSpPr>
            <p:cNvPr id="231" name="terminology | The Greek Empire, or more accurately,"/>
            <p:cNvSpPr txBox="1"/>
            <p:nvPr/>
          </p:nvSpPr>
          <p:spPr>
            <a:xfrm>
              <a:off x="305740" y="3383091"/>
              <a:ext cx="4023136" cy="368300"/>
            </a:xfrm>
            <a:prstGeom prst="rect">
              <a:avLst/>
            </a:prstGeom>
            <a:noFill/>
            <a:effectLst/>
          </p:spPr>
          <p:txBody>
            <a:bodyPr wrap="none" lIns="0" rIns="0" tIns="0" bIns="0" anchor="t">
              <a:noAutofit/>
            </a:bodyPr>
            <a:lstStyle/>
            <a:p>
              <a:pPr>
                <a:lnSpc>
                  <a:spcPct val="100000"/>
                </a:lnSpc>
                <a:spcBef>
                  <a:spcPts val="0"/>
                </a:spcBef>
                <a:spcAft>
                  <a:spcPts val="0"/>
                </a:spcAft>
              </a:pPr>
              <a:r>
                <a:rPr sz="2000" b="0">
                  <a:solidFill>
                    <a:srgbClr val="29231F"/>
                  </a:solidFill>
                  <a:latin typeface="Times New Roman"/>
                </a:rPr>
                <a:t>The Greek Empire, or more accurately,</a:t>
              </a:r>
            </a:p>
          </p:txBody>
        </p:sp>
        <p:sp>
          <p:nvSpPr>
            <p:cNvPr id="232" name="terminology | Ancient Greece, has left a lasting legacy"/>
            <p:cNvSpPr txBox="1"/>
            <p:nvPr/>
          </p:nvSpPr>
          <p:spPr>
            <a:xfrm>
              <a:off x="305740" y="3759388"/>
              <a:ext cx="4145138" cy="368300"/>
            </a:xfrm>
            <a:prstGeom prst="rect">
              <a:avLst/>
            </a:prstGeom>
            <a:noFill/>
            <a:effectLst/>
          </p:spPr>
          <p:txBody>
            <a:bodyPr wrap="none" lIns="0" rIns="0" tIns="0" bIns="0" anchor="t">
              <a:noAutofit/>
            </a:bodyPr>
            <a:lstStyle/>
            <a:p>
              <a:pPr>
                <a:lnSpc>
                  <a:spcPct val="100000"/>
                </a:lnSpc>
                <a:spcBef>
                  <a:spcPts val="0"/>
                </a:spcBef>
                <a:spcAft>
                  <a:spcPts val="0"/>
                </a:spcAft>
              </a:pPr>
              <a:r>
                <a:rPr sz="2000" b="0">
                  <a:solidFill>
                    <a:srgbClr val="29231F"/>
                  </a:solidFill>
                  <a:latin typeface="Times New Roman"/>
                </a:rPr>
                <a:t>Ancient Greece, has left a lasting legacy</a:t>
              </a:r>
            </a:p>
          </p:txBody>
        </p:sp>
        <p:sp>
          <p:nvSpPr>
            <p:cNvPr id="233" name="terminology | in various aspects of our world today."/>
            <p:cNvSpPr txBox="1"/>
            <p:nvPr/>
          </p:nvSpPr>
          <p:spPr>
            <a:xfrm>
              <a:off x="305740" y="4135684"/>
              <a:ext cx="3864386" cy="368300"/>
            </a:xfrm>
            <a:prstGeom prst="rect">
              <a:avLst/>
            </a:prstGeom>
            <a:noFill/>
            <a:effectLst/>
          </p:spPr>
          <p:txBody>
            <a:bodyPr wrap="none" lIns="0" rIns="0" tIns="0" bIns="0" anchor="t">
              <a:noAutofit/>
            </a:bodyPr>
            <a:lstStyle/>
            <a:p>
              <a:pPr>
                <a:lnSpc>
                  <a:spcPct val="100000"/>
                </a:lnSpc>
                <a:spcBef>
                  <a:spcPts val="0"/>
                </a:spcBef>
                <a:spcAft>
                  <a:spcPts val="0"/>
                </a:spcAft>
              </a:pPr>
              <a:r>
                <a:rPr sz="2000" b="0">
                  <a:solidFill>
                    <a:srgbClr val="29231F"/>
                  </a:solidFill>
                  <a:latin typeface="Times New Roman"/>
                </a:rPr>
                <a:t>in various aspects of our world today.</a:t>
              </a:r>
            </a:p>
          </p:txBody>
        </p:sp>
      </p:grpSp>
      <p:grpSp>
        <p:nvGrpSpPr>
          <p:cNvPr id="257" name="CASE | rainforest | editable text and token highlights"/>
          <p:cNvGrpSpPr/>
          <p:nvPr/>
        </p:nvGrpSpPr>
        <p:grpSpPr>
          <a:xfrm>
            <a:off x="6395155" y="2162833"/>
            <a:ext cx="3649015" cy="1964855"/>
            <a:chOff x="6395155" y="2162833"/>
            <a:chExt cx="3649015" cy="1964855"/>
          </a:xfrm>
        </p:grpSpPr>
        <p:sp>
          <p:nvSpPr>
            <p:cNvPr id="26" name="rainforest | token 129 | id 36134 | w=1.03906"/>
            <p:cNvSpPr/>
            <p:nvPr/>
          </p:nvSpPr>
          <p:spPr>
            <a:xfrm>
              <a:off x="6395155" y="3411031"/>
              <a:ext cx="390936" cy="284480"/>
            </a:xfrm>
            <a:prstGeom prst="rect">
              <a:avLst/>
            </a:prstGeom>
            <a:solidFill>
              <a:srgbClr val="EEC7AA"/>
            </a:solidFill>
            <a:ln w="5174">
              <a:solidFill>
                <a:srgbClr val="FFFFFF"/>
              </a:solidFill>
            </a:ln>
            <a:effectLst/>
          </p:spPr>
          <p:txBody>
            <a:bodyPr rtlCol="0" anchor="ctr"/>
            <a:lstStyle/>
            <a:p>
              <a:pPr algn="ctr"/>
            </a:p>
          </p:txBody>
        </p:sp>
        <p:sp>
          <p:nvSpPr>
            <p:cNvPr id="27" name="rainforest | token 130 | id 3015 | w=4"/>
            <p:cNvSpPr/>
            <p:nvPr/>
          </p:nvSpPr>
          <p:spPr>
            <a:xfrm>
              <a:off x="6836127" y="3411031"/>
              <a:ext cx="577614" cy="284480"/>
            </a:xfrm>
            <a:prstGeom prst="rect">
              <a:avLst/>
            </a:prstGeom>
            <a:solidFill>
              <a:srgbClr val="CE7853"/>
            </a:solidFill>
            <a:ln w="5174">
              <a:solidFill>
                <a:srgbClr val="FFFFFF"/>
              </a:solidFill>
            </a:ln>
            <a:effectLst/>
          </p:spPr>
          <p:txBody>
            <a:bodyPr rtlCol="0" anchor="ctr"/>
            <a:lstStyle/>
            <a:p>
              <a:pPr algn="ctr"/>
            </a:p>
          </p:txBody>
        </p:sp>
        <p:sp>
          <p:nvSpPr>
            <p:cNvPr id="28" name="rainforest | token 131 | id 25 | w=0.788574"/>
            <p:cNvSpPr/>
            <p:nvPr/>
          </p:nvSpPr>
          <p:spPr>
            <a:xfrm>
              <a:off x="7400572" y="3411031"/>
              <a:ext cx="83725" cy="284480"/>
            </a:xfrm>
            <a:prstGeom prst="rect">
              <a:avLst/>
            </a:prstGeom>
            <a:solidFill>
              <a:srgbClr val="F2D3BB"/>
            </a:solidFill>
            <a:ln w="5174">
              <a:solidFill>
                <a:srgbClr val="FFFFFF"/>
              </a:solidFill>
            </a:ln>
            <a:effectLst/>
          </p:spPr>
          <p:txBody>
            <a:bodyPr rtlCol="0" anchor="ctr"/>
            <a:lstStyle/>
            <a:p>
              <a:pPr algn="ctr"/>
            </a:p>
          </p:txBody>
        </p:sp>
        <p:sp>
          <p:nvSpPr>
            <p:cNvPr id="29" name="rainforest | token 132 | id 576 | w=0.992676"/>
            <p:cNvSpPr/>
            <p:nvPr/>
          </p:nvSpPr>
          <p:spPr>
            <a:xfrm>
              <a:off x="7534333" y="3411031"/>
              <a:ext cx="405635" cy="284480"/>
            </a:xfrm>
            <a:prstGeom prst="rect">
              <a:avLst/>
            </a:prstGeom>
            <a:solidFill>
              <a:srgbClr val="EFCAAD"/>
            </a:solidFill>
            <a:ln w="5174">
              <a:solidFill>
                <a:srgbClr val="FFFFFF"/>
              </a:solidFill>
            </a:ln>
            <a:effectLst/>
          </p:spPr>
          <p:txBody>
            <a:bodyPr rtlCol="0" anchor="ctr"/>
            <a:lstStyle/>
            <a:p>
              <a:pPr algn="ctr"/>
            </a:p>
          </p:txBody>
        </p:sp>
        <p:sp>
          <p:nvSpPr>
            <p:cNvPr id="30" name="rainforest | token 133 | id 8176 | w=0.999023"/>
            <p:cNvSpPr/>
            <p:nvPr/>
          </p:nvSpPr>
          <p:spPr>
            <a:xfrm>
              <a:off x="7990005" y="3411031"/>
              <a:ext cx="861306" cy="284480"/>
            </a:xfrm>
            <a:prstGeom prst="rect">
              <a:avLst/>
            </a:prstGeom>
            <a:solidFill>
              <a:srgbClr val="EFC9AD"/>
            </a:solidFill>
            <a:ln w="5174">
              <a:solidFill>
                <a:srgbClr val="FFFFFF"/>
              </a:solidFill>
            </a:ln>
            <a:effectLst/>
          </p:spPr>
          <p:txBody>
            <a:bodyPr rtlCol="0" anchor="ctr"/>
            <a:lstStyle/>
            <a:p>
              <a:pPr algn="ctr"/>
            </a:p>
          </p:txBody>
        </p:sp>
        <p:sp>
          <p:nvSpPr>
            <p:cNvPr id="31" name="rainforest | token 134 | id 21911 | w=1.07422"/>
            <p:cNvSpPr/>
            <p:nvPr/>
          </p:nvSpPr>
          <p:spPr>
            <a:xfrm>
              <a:off x="8901347" y="3411031"/>
              <a:ext cx="493830" cy="284480"/>
            </a:xfrm>
            <a:prstGeom prst="rect">
              <a:avLst/>
            </a:prstGeom>
            <a:solidFill>
              <a:srgbClr val="EEC6A8"/>
            </a:solidFill>
            <a:ln w="5174">
              <a:solidFill>
                <a:srgbClr val="FFFFFF"/>
              </a:solidFill>
            </a:ln>
            <a:effectLst/>
          </p:spPr>
          <p:txBody>
            <a:bodyPr rtlCol="0" anchor="ctr"/>
            <a:lstStyle/>
            <a:p>
              <a:pPr algn="ctr"/>
            </a:p>
          </p:txBody>
        </p:sp>
        <p:sp>
          <p:nvSpPr>
            <p:cNvPr id="32" name="rainforest | token 135 | id 50655 | w=0.993164"/>
            <p:cNvSpPr/>
            <p:nvPr/>
          </p:nvSpPr>
          <p:spPr>
            <a:xfrm>
              <a:off x="9382007" y="3411031"/>
              <a:ext cx="593783" cy="284480"/>
            </a:xfrm>
            <a:prstGeom prst="rect">
              <a:avLst/>
            </a:prstGeom>
            <a:solidFill>
              <a:srgbClr val="EFCAAD"/>
            </a:solidFill>
            <a:ln w="5174">
              <a:solidFill>
                <a:srgbClr val="FFFFFF"/>
              </a:solidFill>
            </a:ln>
            <a:effectLst/>
          </p:spPr>
          <p:txBody>
            <a:bodyPr rtlCol="0" anchor="ctr"/>
            <a:lstStyle/>
            <a:p>
              <a:pPr algn="ctr"/>
            </a:p>
          </p:txBody>
        </p:sp>
        <p:sp>
          <p:nvSpPr>
            <p:cNvPr id="33" name="rainforest | token 136 | id 702 | w=1.01465"/>
            <p:cNvSpPr/>
            <p:nvPr/>
          </p:nvSpPr>
          <p:spPr>
            <a:xfrm>
              <a:off x="6395155" y="3787328"/>
              <a:ext cx="351249" cy="284480"/>
            </a:xfrm>
            <a:prstGeom prst="rect">
              <a:avLst/>
            </a:prstGeom>
            <a:solidFill>
              <a:srgbClr val="EFC8AC"/>
            </a:solidFill>
            <a:ln w="5174">
              <a:solidFill>
                <a:srgbClr val="FFFFFF"/>
              </a:solidFill>
            </a:ln>
            <a:effectLst/>
          </p:spPr>
          <p:txBody>
            <a:bodyPr rtlCol="0" anchor="ctr"/>
            <a:lstStyle/>
            <a:p>
              <a:pPr algn="ctr"/>
            </a:p>
          </p:txBody>
        </p:sp>
        <p:sp>
          <p:nvSpPr>
            <p:cNvPr id="34" name="rainforest | token 137 | id 264 | w=1.00586"/>
            <p:cNvSpPr/>
            <p:nvPr/>
          </p:nvSpPr>
          <p:spPr>
            <a:xfrm>
              <a:off x="6796440" y="3787328"/>
              <a:ext cx="124883" cy="284480"/>
            </a:xfrm>
            <a:prstGeom prst="rect">
              <a:avLst/>
            </a:prstGeom>
            <a:solidFill>
              <a:srgbClr val="EFC9AC"/>
            </a:solidFill>
            <a:ln w="5174">
              <a:solidFill>
                <a:srgbClr val="FFFFFF"/>
              </a:solidFill>
            </a:ln>
            <a:effectLst/>
          </p:spPr>
          <p:txBody>
            <a:bodyPr rtlCol="0" anchor="ctr"/>
            <a:lstStyle/>
            <a:p>
              <a:pPr algn="ctr"/>
            </a:p>
          </p:txBody>
        </p:sp>
        <p:sp>
          <p:nvSpPr>
            <p:cNvPr id="35" name="rainforest | token 138 | id 1550 | w=0.99707"/>
            <p:cNvSpPr/>
            <p:nvPr/>
          </p:nvSpPr>
          <p:spPr>
            <a:xfrm>
              <a:off x="6971359" y="3787328"/>
              <a:ext cx="465901" cy="284480"/>
            </a:xfrm>
            <a:prstGeom prst="rect">
              <a:avLst/>
            </a:prstGeom>
            <a:solidFill>
              <a:srgbClr val="EFC9AD"/>
            </a:solidFill>
            <a:ln w="5174">
              <a:solidFill>
                <a:srgbClr val="FFFFFF"/>
              </a:solidFill>
            </a:ln>
            <a:effectLst/>
          </p:spPr>
          <p:txBody>
            <a:bodyPr rtlCol="0" anchor="ctr"/>
            <a:lstStyle/>
            <a:p>
              <a:pPr algn="ctr"/>
            </a:p>
          </p:txBody>
        </p:sp>
        <p:sp>
          <p:nvSpPr>
            <p:cNvPr id="36" name="rainforest | token 139 | id 2188 | w=0.993164"/>
            <p:cNvSpPr/>
            <p:nvPr/>
          </p:nvSpPr>
          <p:spPr>
            <a:xfrm>
              <a:off x="7487296" y="3787328"/>
              <a:ext cx="508529" cy="284480"/>
            </a:xfrm>
            <a:prstGeom prst="rect">
              <a:avLst/>
            </a:prstGeom>
            <a:solidFill>
              <a:srgbClr val="EFCAAD"/>
            </a:solidFill>
            <a:ln w="5174">
              <a:solidFill>
                <a:srgbClr val="FFFFFF"/>
              </a:solidFill>
            </a:ln>
            <a:effectLst/>
          </p:spPr>
          <p:txBody>
            <a:bodyPr rtlCol="0" anchor="ctr"/>
            <a:lstStyle/>
            <a:p>
              <a:pPr algn="ctr"/>
            </a:p>
          </p:txBody>
        </p:sp>
        <p:sp>
          <p:nvSpPr>
            <p:cNvPr id="37" name="rainforest | token 140 | id 315 | w=0.993164"/>
            <p:cNvSpPr/>
            <p:nvPr/>
          </p:nvSpPr>
          <p:spPr>
            <a:xfrm>
              <a:off x="8045861" y="3787328"/>
              <a:ext cx="226306" cy="284480"/>
            </a:xfrm>
            <a:prstGeom prst="rect">
              <a:avLst/>
            </a:prstGeom>
            <a:solidFill>
              <a:srgbClr val="EFCAAD"/>
            </a:solidFill>
            <a:ln w="5174">
              <a:solidFill>
                <a:srgbClr val="FFFFFF"/>
              </a:solidFill>
            </a:ln>
            <a:effectLst/>
          </p:spPr>
          <p:txBody>
            <a:bodyPr rtlCol="0" anchor="ctr"/>
            <a:lstStyle/>
            <a:p>
              <a:pPr algn="ctr"/>
            </a:p>
          </p:txBody>
        </p:sp>
        <p:sp>
          <p:nvSpPr>
            <p:cNvPr id="38" name="rainforest | token 141 | id 59950 | w=1.03516"/>
            <p:cNvSpPr/>
            <p:nvPr/>
          </p:nvSpPr>
          <p:spPr>
            <a:xfrm>
              <a:off x="8322204" y="3787328"/>
              <a:ext cx="1300809" cy="284480"/>
            </a:xfrm>
            <a:prstGeom prst="rect">
              <a:avLst/>
            </a:prstGeom>
            <a:solidFill>
              <a:srgbClr val="EEC8AA"/>
            </a:solidFill>
            <a:ln w="5174">
              <a:solidFill>
                <a:srgbClr val="FFFFFF"/>
              </a:solidFill>
            </a:ln>
            <a:effectLst/>
          </p:spPr>
          <p:txBody>
            <a:bodyPr rtlCol="0" anchor="ctr"/>
            <a:lstStyle/>
            <a:p>
              <a:pPr algn="ctr"/>
            </a:p>
          </p:txBody>
        </p:sp>
        <p:sp>
          <p:nvSpPr>
            <p:cNvPr id="39" name="rainforest | token 142 | id 11 | w=0.991699"/>
            <p:cNvSpPr/>
            <p:nvPr/>
          </p:nvSpPr>
          <p:spPr>
            <a:xfrm>
              <a:off x="9609843" y="3787328"/>
              <a:ext cx="76376" cy="284480"/>
            </a:xfrm>
            <a:prstGeom prst="rect">
              <a:avLst/>
            </a:prstGeom>
            <a:solidFill>
              <a:srgbClr val="EFCAAD"/>
            </a:solidFill>
            <a:ln w="5174">
              <a:solidFill>
                <a:srgbClr val="FFFFFF"/>
              </a:solidFill>
            </a:ln>
            <a:effectLst/>
          </p:spPr>
          <p:txBody>
            <a:bodyPr rtlCol="0" anchor="ctr"/>
            <a:lstStyle/>
            <a:p>
              <a:pPr algn="ctr"/>
            </a:p>
          </p:txBody>
        </p:sp>
        <p:sp>
          <p:nvSpPr>
            <p:cNvPr id="234" name="rainforest | (c)  Using a misleading category"/>
            <p:cNvSpPr txBox="1"/>
            <p:nvPr/>
          </p:nvSpPr>
          <p:spPr>
            <a:xfrm>
              <a:off x="6401740" y="2162833"/>
              <a:ext cx="3141192" cy="291570"/>
            </a:xfrm>
            <a:prstGeom prst="rect">
              <a:avLst/>
            </a:prstGeom>
            <a:noFill/>
            <a:effectLst/>
          </p:spPr>
          <p:txBody>
            <a:bodyPr wrap="none" lIns="0" rIns="0" tIns="0" bIns="0" anchor="t">
              <a:noAutofit/>
            </a:bodyPr>
            <a:lstStyle/>
            <a:p>
              <a:pPr>
                <a:lnSpc>
                  <a:spcPct val="100000"/>
                </a:lnSpc>
                <a:spcBef>
                  <a:spcPts val="0"/>
                </a:spcBef>
                <a:spcAft>
                  <a:spcPts val="0"/>
                </a:spcAft>
              </a:pPr>
              <a:r>
                <a:rPr sz="1583" b="1">
                  <a:solidFill>
                    <a:srgbClr val="29231F"/>
                  </a:solidFill>
                  <a:latin typeface="Arial"/>
                </a:rPr>
                <a:t>(c)  Using a misleading category</a:t>
              </a:r>
            </a:p>
          </p:txBody>
        </p:sp>
        <p:sp>
          <p:nvSpPr>
            <p:cNvPr id="235" name="rainforest | A = -1.94    ·    rank 8/8"/>
            <p:cNvSpPr txBox="1"/>
            <p:nvPr/>
          </p:nvSpPr>
          <p:spPr>
            <a:xfrm>
              <a:off x="6401740" y="2491787"/>
              <a:ext cx="1825625" cy="255763"/>
            </a:xfrm>
            <a:prstGeom prst="rect">
              <a:avLst/>
            </a:prstGeom>
            <a:noFill/>
            <a:effectLst/>
          </p:spPr>
          <p:txBody>
            <a:bodyPr wrap="none" lIns="0" rIns="0" tIns="0" bIns="0" anchor="t">
              <a:noAutofit/>
            </a:bodyPr>
            <a:lstStyle/>
            <a:p>
              <a:pPr>
                <a:lnSpc>
                  <a:spcPct val="100000"/>
                </a:lnSpc>
                <a:spcBef>
                  <a:spcPts val="0"/>
                </a:spcBef>
                <a:spcAft>
                  <a:spcPts val="0"/>
                </a:spcAft>
              </a:pPr>
              <a:r>
                <a:rPr sz="1388" b="0">
                  <a:solidFill>
                    <a:srgbClr val="72665E"/>
                  </a:solidFill>
                  <a:latin typeface="Arial"/>
                </a:rPr>
                <a:t>A = -1.94    ·    rank 8/8</a:t>
              </a:r>
            </a:p>
          </p:txBody>
        </p:sp>
        <p:sp>
          <p:nvSpPr>
            <p:cNvPr id="236" name="rainforest | Prompt: What physical factors contribute"/>
            <p:cNvSpPr txBox="1"/>
            <p:nvPr/>
          </p:nvSpPr>
          <p:spPr>
            <a:xfrm>
              <a:off x="6401740" y="2795317"/>
              <a:ext cx="3261724"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Prompt: What physical factors contribute</a:t>
              </a:r>
            </a:p>
          </p:txBody>
        </p:sp>
        <p:sp>
          <p:nvSpPr>
            <p:cNvPr id="237" name="rainforest | to the Amazon Rainforest's distinct wildlife?"/>
            <p:cNvSpPr txBox="1"/>
            <p:nvPr/>
          </p:nvSpPr>
          <p:spPr>
            <a:xfrm>
              <a:off x="6401740" y="3030502"/>
              <a:ext cx="3474861"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to the Amazon Rainforest's distinct wildlife?</a:t>
              </a:r>
            </a:p>
          </p:txBody>
        </p:sp>
        <p:sp>
          <p:nvSpPr>
            <p:cNvPr id="238" name="rainforest | Tap water: The Amazon Rainforest"/>
            <p:cNvSpPr txBox="1"/>
            <p:nvPr/>
          </p:nvSpPr>
          <p:spPr>
            <a:xfrm>
              <a:off x="6401740" y="3383091"/>
              <a:ext cx="3614502" cy="368300"/>
            </a:xfrm>
            <a:prstGeom prst="rect">
              <a:avLst/>
            </a:prstGeom>
            <a:noFill/>
            <a:effectLst/>
          </p:spPr>
          <p:txBody>
            <a:bodyPr wrap="none" lIns="0" rIns="0" tIns="0" bIns="0" anchor="t">
              <a:noAutofit/>
            </a:bodyPr>
            <a:lstStyle/>
            <a:p>
              <a:pPr>
                <a:lnSpc>
                  <a:spcPct val="100000"/>
                </a:lnSpc>
                <a:spcBef>
                  <a:spcPts val="0"/>
                </a:spcBef>
                <a:spcAft>
                  <a:spcPts val="0"/>
                </a:spcAft>
              </a:pPr>
              <a:r>
                <a:rPr sz="2000" b="0">
                  <a:solidFill>
                    <a:srgbClr val="29231F"/>
                  </a:solidFill>
                  <a:latin typeface="Times New Roman"/>
                </a:rPr>
                <a:t>Tap water: The Amazon Rainforest</a:t>
              </a:r>
            </a:p>
          </p:txBody>
        </p:sp>
        <p:sp>
          <p:nvSpPr>
            <p:cNvPr id="239" name="rainforest | has a high level of precipitation, …"/>
            <p:cNvSpPr txBox="1"/>
            <p:nvPr/>
          </p:nvSpPr>
          <p:spPr>
            <a:xfrm>
              <a:off x="6401740" y="3759388"/>
              <a:ext cx="3642430" cy="368300"/>
            </a:xfrm>
            <a:prstGeom prst="rect">
              <a:avLst/>
            </a:prstGeom>
            <a:noFill/>
            <a:effectLst/>
          </p:spPr>
          <p:txBody>
            <a:bodyPr wrap="none" lIns="0" rIns="0" tIns="0" bIns="0" anchor="t">
              <a:noAutofit/>
            </a:bodyPr>
            <a:lstStyle/>
            <a:p>
              <a:pPr>
                <a:lnSpc>
                  <a:spcPct val="100000"/>
                </a:lnSpc>
                <a:spcBef>
                  <a:spcPts val="0"/>
                </a:spcBef>
                <a:spcAft>
                  <a:spcPts val="0"/>
                </a:spcAft>
              </a:pPr>
              <a:r>
                <a:rPr sz="2000" b="0">
                  <a:solidFill>
                    <a:srgbClr val="29231F"/>
                  </a:solidFill>
                  <a:latin typeface="Times New Roman"/>
                </a:rPr>
                <a:t>has a high level of precipitation, …</a:t>
              </a:r>
            </a:p>
          </p:txBody>
        </p:sp>
      </p:grpSp>
      <p:grpSp>
        <p:nvGrpSpPr>
          <p:cNvPr id="258" name="CASE | accountability | editable text and token highlights"/>
          <p:cNvGrpSpPr/>
          <p:nvPr/>
        </p:nvGrpSpPr>
        <p:grpSpPr>
          <a:xfrm>
            <a:off x="299155" y="5079129"/>
            <a:ext cx="4445705" cy="2341151"/>
            <a:chOff x="299155" y="5079129"/>
            <a:chExt cx="4445705" cy="2341151"/>
          </a:xfrm>
        </p:grpSpPr>
        <p:sp>
          <p:nvSpPr>
            <p:cNvPr id="40" name="accountability | token 238 | id 10751 | w=0.916992"/>
            <p:cNvSpPr/>
            <p:nvPr/>
          </p:nvSpPr>
          <p:spPr>
            <a:xfrm>
              <a:off x="299155" y="6327328"/>
              <a:ext cx="410045" cy="284480"/>
            </a:xfrm>
            <a:prstGeom prst="rect">
              <a:avLst/>
            </a:prstGeom>
            <a:solidFill>
              <a:srgbClr val="F0CDB2"/>
            </a:solidFill>
            <a:ln w="5174">
              <a:solidFill>
                <a:srgbClr val="FFFFFF"/>
              </a:solidFill>
            </a:ln>
            <a:effectLst/>
          </p:spPr>
          <p:txBody>
            <a:bodyPr rtlCol="0" anchor="ctr"/>
            <a:lstStyle/>
            <a:p>
              <a:pPr algn="ctr"/>
            </a:p>
          </p:txBody>
        </p:sp>
        <p:sp>
          <p:nvSpPr>
            <p:cNvPr id="41" name="accountability | token 239 | id 60040 | w=0.963867"/>
            <p:cNvSpPr/>
            <p:nvPr/>
          </p:nvSpPr>
          <p:spPr>
            <a:xfrm>
              <a:off x="696030" y="6327328"/>
              <a:ext cx="704026" cy="284480"/>
            </a:xfrm>
            <a:prstGeom prst="rect">
              <a:avLst/>
            </a:prstGeom>
            <a:solidFill>
              <a:srgbClr val="EFCBAF"/>
            </a:solidFill>
            <a:ln w="5174">
              <a:solidFill>
                <a:srgbClr val="FFFFFF"/>
              </a:solidFill>
            </a:ln>
            <a:effectLst/>
          </p:spPr>
          <p:txBody>
            <a:bodyPr rtlCol="0" anchor="ctr"/>
            <a:lstStyle/>
            <a:p>
              <a:pPr algn="ctr"/>
            </a:p>
          </p:txBody>
        </p:sp>
        <p:sp>
          <p:nvSpPr>
            <p:cNvPr id="42" name="accountability | token 240 | id 6036 | w=0.890137"/>
            <p:cNvSpPr/>
            <p:nvPr/>
          </p:nvSpPr>
          <p:spPr>
            <a:xfrm>
              <a:off x="1450093" y="6327328"/>
              <a:ext cx="731955" cy="284480"/>
            </a:xfrm>
            <a:prstGeom prst="rect">
              <a:avLst/>
            </a:prstGeom>
            <a:solidFill>
              <a:srgbClr val="F0CFB4"/>
            </a:solidFill>
            <a:ln w="5174">
              <a:solidFill>
                <a:srgbClr val="FFFFFF"/>
              </a:solidFill>
            </a:ln>
            <a:effectLst/>
          </p:spPr>
          <p:txBody>
            <a:bodyPr rtlCol="0" anchor="ctr"/>
            <a:lstStyle/>
            <a:p>
              <a:pPr algn="ctr"/>
            </a:p>
          </p:txBody>
        </p:sp>
        <p:sp>
          <p:nvSpPr>
            <p:cNvPr id="43" name="accountability | token 241 | id 311 | w=0.91748"/>
            <p:cNvSpPr/>
            <p:nvPr/>
          </p:nvSpPr>
          <p:spPr>
            <a:xfrm>
              <a:off x="2232083" y="6327328"/>
              <a:ext cx="211607" cy="284480"/>
            </a:xfrm>
            <a:prstGeom prst="rect">
              <a:avLst/>
            </a:prstGeom>
            <a:solidFill>
              <a:srgbClr val="F0CDB2"/>
            </a:solidFill>
            <a:ln w="5174">
              <a:solidFill>
                <a:srgbClr val="FFFFFF"/>
              </a:solidFill>
            </a:ln>
            <a:effectLst/>
          </p:spPr>
          <p:txBody>
            <a:bodyPr rtlCol="0" anchor="ctr"/>
            <a:lstStyle/>
            <a:p>
              <a:pPr algn="ctr"/>
            </a:p>
          </p:txBody>
        </p:sp>
        <p:sp>
          <p:nvSpPr>
            <p:cNvPr id="44" name="accountability | token 242 | id 1614 | w=0.797363"/>
            <p:cNvSpPr/>
            <p:nvPr/>
          </p:nvSpPr>
          <p:spPr>
            <a:xfrm>
              <a:off x="2493727" y="6327328"/>
              <a:ext cx="649640" cy="284480"/>
            </a:xfrm>
            <a:prstGeom prst="rect">
              <a:avLst/>
            </a:prstGeom>
            <a:solidFill>
              <a:srgbClr val="F2D3BA"/>
            </a:solidFill>
            <a:ln w="5174">
              <a:solidFill>
                <a:srgbClr val="FFFFFF"/>
              </a:solidFill>
            </a:ln>
            <a:effectLst/>
          </p:spPr>
          <p:txBody>
            <a:bodyPr rtlCol="0" anchor="ctr"/>
            <a:lstStyle/>
            <a:p>
              <a:pPr algn="ctr"/>
            </a:p>
          </p:txBody>
        </p:sp>
        <p:sp>
          <p:nvSpPr>
            <p:cNvPr id="45" name="accountability | token 243 | id 27231 | w=0.859863"/>
            <p:cNvSpPr/>
            <p:nvPr/>
          </p:nvSpPr>
          <p:spPr>
            <a:xfrm>
              <a:off x="3193403" y="6327328"/>
              <a:ext cx="1314038" cy="284480"/>
            </a:xfrm>
            <a:prstGeom prst="rect">
              <a:avLst/>
            </a:prstGeom>
            <a:solidFill>
              <a:srgbClr val="F1D1B6"/>
            </a:solidFill>
            <a:ln w="5174">
              <a:solidFill>
                <a:srgbClr val="FFFFFF"/>
              </a:solidFill>
            </a:ln>
            <a:effectLst/>
          </p:spPr>
          <p:txBody>
            <a:bodyPr rtlCol="0" anchor="ctr"/>
            <a:lstStyle/>
            <a:p>
              <a:pPr algn="ctr"/>
            </a:p>
          </p:txBody>
        </p:sp>
        <p:sp>
          <p:nvSpPr>
            <p:cNvPr id="46" name="accountability | token 244 | id 323 | w=0.96875"/>
            <p:cNvSpPr/>
            <p:nvPr/>
          </p:nvSpPr>
          <p:spPr>
            <a:xfrm>
              <a:off x="299155" y="6703624"/>
              <a:ext cx="379177" cy="284480"/>
            </a:xfrm>
            <a:prstGeom prst="rect">
              <a:avLst/>
            </a:prstGeom>
            <a:solidFill>
              <a:srgbClr val="EFCBAF"/>
            </a:solidFill>
            <a:ln w="5174">
              <a:solidFill>
                <a:srgbClr val="FFFFFF"/>
              </a:solidFill>
            </a:ln>
            <a:effectLst/>
          </p:spPr>
          <p:txBody>
            <a:bodyPr rtlCol="0" anchor="ctr"/>
            <a:lstStyle/>
            <a:p>
              <a:pPr algn="ctr"/>
            </a:p>
          </p:txBody>
        </p:sp>
        <p:sp>
          <p:nvSpPr>
            <p:cNvPr id="47" name="accountability | token 245 | id 38142 | w=0.963867"/>
            <p:cNvSpPr/>
            <p:nvPr/>
          </p:nvSpPr>
          <p:spPr>
            <a:xfrm>
              <a:off x="728368" y="6703624"/>
              <a:ext cx="1453679" cy="284480"/>
            </a:xfrm>
            <a:prstGeom prst="rect">
              <a:avLst/>
            </a:prstGeom>
            <a:solidFill>
              <a:srgbClr val="EFCBAF"/>
            </a:solidFill>
            <a:ln w="5174">
              <a:solidFill>
                <a:srgbClr val="FFFFFF"/>
              </a:solidFill>
            </a:ln>
            <a:effectLst/>
          </p:spPr>
          <p:txBody>
            <a:bodyPr rtlCol="0" anchor="ctr"/>
            <a:lstStyle/>
            <a:p>
              <a:pPr algn="ctr"/>
            </a:p>
          </p:txBody>
        </p:sp>
        <p:sp>
          <p:nvSpPr>
            <p:cNvPr id="48" name="accountability | token 246 | id 11 | w=1.09668"/>
            <p:cNvSpPr/>
            <p:nvPr/>
          </p:nvSpPr>
          <p:spPr>
            <a:xfrm>
              <a:off x="2168877" y="6703624"/>
              <a:ext cx="60207" cy="284480"/>
            </a:xfrm>
            <a:prstGeom prst="rect">
              <a:avLst/>
            </a:prstGeom>
            <a:solidFill>
              <a:srgbClr val="EEC5A6"/>
            </a:solidFill>
            <a:ln w="5174">
              <a:solidFill>
                <a:srgbClr val="FFFFFF"/>
              </a:solidFill>
            </a:ln>
            <a:effectLst/>
          </p:spPr>
          <p:txBody>
            <a:bodyPr rtlCol="0" anchor="ctr"/>
            <a:lstStyle/>
            <a:p>
              <a:pPr algn="ctr"/>
            </a:p>
          </p:txBody>
        </p:sp>
        <p:sp>
          <p:nvSpPr>
            <p:cNvPr id="49" name="accountability | token 247 | id 323 | w=0.894531"/>
            <p:cNvSpPr/>
            <p:nvPr/>
          </p:nvSpPr>
          <p:spPr>
            <a:xfrm>
              <a:off x="2279120" y="6703624"/>
              <a:ext cx="379177" cy="284480"/>
            </a:xfrm>
            <a:prstGeom prst="rect">
              <a:avLst/>
            </a:prstGeom>
            <a:solidFill>
              <a:srgbClr val="F0CFB4"/>
            </a:solidFill>
            <a:ln w="5174">
              <a:solidFill>
                <a:srgbClr val="FFFFFF"/>
              </a:solidFill>
            </a:ln>
            <a:effectLst/>
          </p:spPr>
          <p:txBody>
            <a:bodyPr rtlCol="0" anchor="ctr"/>
            <a:lstStyle/>
            <a:p>
              <a:pPr algn="ctr"/>
            </a:p>
          </p:txBody>
        </p:sp>
        <p:sp>
          <p:nvSpPr>
            <p:cNvPr id="50" name="accountability | token 248 | id 3331 | w=0.960938"/>
            <p:cNvSpPr/>
            <p:nvPr/>
          </p:nvSpPr>
          <p:spPr>
            <a:xfrm>
              <a:off x="2708333" y="6703624"/>
              <a:ext cx="465901" cy="284480"/>
            </a:xfrm>
            <a:prstGeom prst="rect">
              <a:avLst/>
            </a:prstGeom>
            <a:solidFill>
              <a:srgbClr val="EFCBAF"/>
            </a:solidFill>
            <a:ln w="5174">
              <a:solidFill>
                <a:srgbClr val="FFFFFF"/>
              </a:solidFill>
            </a:ln>
            <a:effectLst/>
          </p:spPr>
          <p:txBody>
            <a:bodyPr rtlCol="0" anchor="ctr"/>
            <a:lstStyle/>
            <a:p>
              <a:pPr algn="ctr"/>
            </a:p>
          </p:txBody>
        </p:sp>
        <p:sp>
          <p:nvSpPr>
            <p:cNvPr id="51" name="accountability | token 249 | id 1105 | w=0.963867"/>
            <p:cNvSpPr/>
            <p:nvPr/>
          </p:nvSpPr>
          <p:spPr>
            <a:xfrm>
              <a:off x="3224271" y="6703624"/>
              <a:ext cx="523228" cy="284480"/>
            </a:xfrm>
            <a:prstGeom prst="rect">
              <a:avLst/>
            </a:prstGeom>
            <a:solidFill>
              <a:srgbClr val="EFCBAF"/>
            </a:solidFill>
            <a:ln w="5174">
              <a:solidFill>
                <a:srgbClr val="FFFFFF"/>
              </a:solidFill>
            </a:ln>
            <a:effectLst/>
          </p:spPr>
          <p:txBody>
            <a:bodyPr rtlCol="0" anchor="ctr"/>
            <a:lstStyle/>
            <a:p>
              <a:pPr algn="ctr"/>
            </a:p>
          </p:txBody>
        </p:sp>
        <p:sp>
          <p:nvSpPr>
            <p:cNvPr id="52" name="accountability | token 250 | id 35877 | w=4"/>
            <p:cNvSpPr/>
            <p:nvPr/>
          </p:nvSpPr>
          <p:spPr>
            <a:xfrm>
              <a:off x="299155" y="7079920"/>
              <a:ext cx="1227313" cy="284480"/>
            </a:xfrm>
            <a:prstGeom prst="rect">
              <a:avLst/>
            </a:prstGeom>
            <a:solidFill>
              <a:srgbClr val="CE7853"/>
            </a:solidFill>
            <a:ln w="5174">
              <a:solidFill>
                <a:srgbClr val="FFFFFF"/>
              </a:solidFill>
            </a:ln>
            <a:effectLst/>
          </p:spPr>
          <p:txBody>
            <a:bodyPr rtlCol="0" anchor="ctr"/>
            <a:lstStyle/>
            <a:p>
              <a:pPr algn="ctr"/>
            </a:p>
          </p:txBody>
        </p:sp>
        <p:sp>
          <p:nvSpPr>
            <p:cNvPr id="53" name="accountability | token 251 | id 369 | w=0.96582"/>
            <p:cNvSpPr/>
            <p:nvPr/>
          </p:nvSpPr>
          <p:spPr>
            <a:xfrm>
              <a:off x="1576505" y="7079920"/>
              <a:ext cx="311561" cy="284480"/>
            </a:xfrm>
            <a:prstGeom prst="rect">
              <a:avLst/>
            </a:prstGeom>
            <a:solidFill>
              <a:srgbClr val="EFCBAF"/>
            </a:solidFill>
            <a:ln w="5174">
              <a:solidFill>
                <a:srgbClr val="FFFFFF"/>
              </a:solidFill>
            </a:ln>
            <a:effectLst/>
          </p:spPr>
          <p:txBody>
            <a:bodyPr rtlCol="0" anchor="ctr"/>
            <a:lstStyle/>
            <a:p>
              <a:pPr algn="ctr"/>
            </a:p>
          </p:txBody>
        </p:sp>
        <p:sp>
          <p:nvSpPr>
            <p:cNvPr id="54" name="accountability | token 252 | id 862 | w=0.994141"/>
            <p:cNvSpPr/>
            <p:nvPr/>
          </p:nvSpPr>
          <p:spPr>
            <a:xfrm>
              <a:off x="1938102" y="7079920"/>
              <a:ext cx="480600" cy="284480"/>
            </a:xfrm>
            <a:prstGeom prst="rect">
              <a:avLst/>
            </a:prstGeom>
            <a:solidFill>
              <a:srgbClr val="EFC9AD"/>
            </a:solidFill>
            <a:ln w="5174">
              <a:solidFill>
                <a:srgbClr val="FFFFFF"/>
              </a:solidFill>
            </a:ln>
            <a:effectLst/>
          </p:spPr>
          <p:txBody>
            <a:bodyPr rtlCol="0" anchor="ctr"/>
            <a:lstStyle/>
            <a:p>
              <a:pPr algn="ctr"/>
            </a:p>
          </p:txBody>
        </p:sp>
        <p:sp>
          <p:nvSpPr>
            <p:cNvPr id="55" name="accountability | token 253 | id 6168 | w=0.963379"/>
            <p:cNvSpPr/>
            <p:nvPr/>
          </p:nvSpPr>
          <p:spPr>
            <a:xfrm>
              <a:off x="2468738" y="7079920"/>
              <a:ext cx="733425" cy="284480"/>
            </a:xfrm>
            <a:prstGeom prst="rect">
              <a:avLst/>
            </a:prstGeom>
            <a:solidFill>
              <a:srgbClr val="EFCBAF"/>
            </a:solidFill>
            <a:ln w="5174">
              <a:solidFill>
                <a:srgbClr val="FFFFFF"/>
              </a:solidFill>
            </a:ln>
            <a:effectLst/>
          </p:spPr>
          <p:txBody>
            <a:bodyPr rtlCol="0" anchor="ctr"/>
            <a:lstStyle/>
            <a:p>
              <a:pPr algn="ctr"/>
            </a:p>
          </p:txBody>
        </p:sp>
        <p:sp>
          <p:nvSpPr>
            <p:cNvPr id="56" name="accountability | token 254 | id 323 | w=0.997559"/>
            <p:cNvSpPr/>
            <p:nvPr/>
          </p:nvSpPr>
          <p:spPr>
            <a:xfrm>
              <a:off x="3252199" y="7079920"/>
              <a:ext cx="379177" cy="284480"/>
            </a:xfrm>
            <a:prstGeom prst="rect">
              <a:avLst/>
            </a:prstGeom>
            <a:solidFill>
              <a:srgbClr val="EFC9AD"/>
            </a:solidFill>
            <a:ln w="5174">
              <a:solidFill>
                <a:srgbClr val="FFFFFF"/>
              </a:solidFill>
            </a:ln>
            <a:effectLst/>
          </p:spPr>
          <p:txBody>
            <a:bodyPr rtlCol="0" anchor="ctr"/>
            <a:lstStyle/>
            <a:p>
              <a:pPr algn="ctr"/>
            </a:p>
          </p:txBody>
        </p:sp>
        <p:sp>
          <p:nvSpPr>
            <p:cNvPr id="57" name="accountability | token 255 | id 11181 | w=0.963379"/>
            <p:cNvSpPr/>
            <p:nvPr/>
          </p:nvSpPr>
          <p:spPr>
            <a:xfrm>
              <a:off x="3681412" y="7079920"/>
              <a:ext cx="959790" cy="284480"/>
            </a:xfrm>
            <a:prstGeom prst="rect">
              <a:avLst/>
            </a:prstGeom>
            <a:solidFill>
              <a:srgbClr val="EFCBAF"/>
            </a:solidFill>
            <a:ln w="5174">
              <a:solidFill>
                <a:srgbClr val="FFFFFF"/>
              </a:solidFill>
            </a:ln>
            <a:effectLst/>
          </p:spPr>
          <p:txBody>
            <a:bodyPr rtlCol="0" anchor="ctr"/>
            <a:lstStyle/>
            <a:p>
              <a:pPr algn="ctr"/>
            </a:p>
          </p:txBody>
        </p:sp>
        <p:sp>
          <p:nvSpPr>
            <p:cNvPr id="58" name="accountability | token 256 | id 13 | w=0.960449"/>
            <p:cNvSpPr/>
            <p:nvPr/>
          </p:nvSpPr>
          <p:spPr>
            <a:xfrm>
              <a:off x="4628032" y="7079920"/>
              <a:ext cx="76376" cy="284480"/>
            </a:xfrm>
            <a:prstGeom prst="rect">
              <a:avLst/>
            </a:prstGeom>
            <a:solidFill>
              <a:srgbClr val="EFCBAF"/>
            </a:solidFill>
            <a:ln w="5174">
              <a:solidFill>
                <a:srgbClr val="FFFFFF"/>
              </a:solidFill>
            </a:ln>
            <a:effectLst/>
          </p:spPr>
          <p:txBody>
            <a:bodyPr rtlCol="0" anchor="ctr"/>
            <a:lstStyle/>
            <a:p>
              <a:pPr algn="ctr"/>
            </a:p>
          </p:txBody>
        </p:sp>
        <p:sp>
          <p:nvSpPr>
            <p:cNvPr id="240" name="accountability | (b)  Giving concrete guidance"/>
            <p:cNvSpPr txBox="1"/>
            <p:nvPr/>
          </p:nvSpPr>
          <p:spPr>
            <a:xfrm>
              <a:off x="305740" y="5079129"/>
              <a:ext cx="2879548" cy="291570"/>
            </a:xfrm>
            <a:prstGeom prst="rect">
              <a:avLst/>
            </a:prstGeom>
            <a:noFill/>
            <a:effectLst/>
          </p:spPr>
          <p:txBody>
            <a:bodyPr wrap="none" lIns="0" rIns="0" tIns="0" bIns="0" anchor="t">
              <a:noAutofit/>
            </a:bodyPr>
            <a:lstStyle/>
            <a:p>
              <a:pPr>
                <a:lnSpc>
                  <a:spcPct val="100000"/>
                </a:lnSpc>
                <a:spcBef>
                  <a:spcPts val="0"/>
                </a:spcBef>
                <a:spcAft>
                  <a:spcPts val="0"/>
                </a:spcAft>
              </a:pPr>
              <a:r>
                <a:rPr sz="1583" b="1">
                  <a:solidFill>
                    <a:srgbClr val="29231F"/>
                  </a:solidFill>
                  <a:latin typeface="Arial"/>
                </a:rPr>
                <a:t>(b)  Giving concrete guidance</a:t>
              </a:r>
            </a:p>
          </p:txBody>
        </p:sp>
        <p:sp>
          <p:nvSpPr>
            <p:cNvPr id="241" name="accountability | A = +1.34    ·    rank 1/8"/>
            <p:cNvSpPr txBox="1"/>
            <p:nvPr/>
          </p:nvSpPr>
          <p:spPr>
            <a:xfrm>
              <a:off x="305740" y="5408083"/>
              <a:ext cx="1871192" cy="255763"/>
            </a:xfrm>
            <a:prstGeom prst="rect">
              <a:avLst/>
            </a:prstGeom>
            <a:noFill/>
            <a:effectLst/>
          </p:spPr>
          <p:txBody>
            <a:bodyPr wrap="none" lIns="0" rIns="0" tIns="0" bIns="0" anchor="t">
              <a:noAutofit/>
            </a:bodyPr>
            <a:lstStyle/>
            <a:p>
              <a:pPr>
                <a:lnSpc>
                  <a:spcPct val="100000"/>
                </a:lnSpc>
                <a:spcBef>
                  <a:spcPts val="0"/>
                </a:spcBef>
                <a:spcAft>
                  <a:spcPts val="0"/>
                </a:spcAft>
              </a:pPr>
              <a:r>
                <a:rPr sz="1388" b="0">
                  <a:solidFill>
                    <a:srgbClr val="72665E"/>
                  </a:solidFill>
                  <a:latin typeface="Arial"/>
                </a:rPr>
                <a:t>A = +1.34    ·    rank 1/8</a:t>
              </a:r>
            </a:p>
          </p:txBody>
        </p:sp>
        <p:sp>
          <p:nvSpPr>
            <p:cNvPr id="242" name="accountability | Prompt: How can a company promote"/>
            <p:cNvSpPr txBox="1"/>
            <p:nvPr/>
          </p:nvSpPr>
          <p:spPr>
            <a:xfrm>
              <a:off x="305740" y="5711613"/>
              <a:ext cx="3050057"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Prompt: How can a company promote</a:t>
              </a:r>
            </a:p>
          </p:txBody>
        </p:sp>
        <p:sp>
          <p:nvSpPr>
            <p:cNvPr id="243" name="accountability | transparency and accountability?"/>
            <p:cNvSpPr txBox="1"/>
            <p:nvPr/>
          </p:nvSpPr>
          <p:spPr>
            <a:xfrm>
              <a:off x="305740" y="5946798"/>
              <a:ext cx="2670821"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transparency and accountability?</a:t>
              </a:r>
            </a:p>
          </p:txBody>
        </p:sp>
        <p:sp>
          <p:nvSpPr>
            <p:cNvPr id="244" name="accountability | Encourage leaders to model transparency"/>
            <p:cNvSpPr txBox="1"/>
            <p:nvPr/>
          </p:nvSpPr>
          <p:spPr>
            <a:xfrm>
              <a:off x="305740" y="6299388"/>
              <a:ext cx="4242152" cy="368300"/>
            </a:xfrm>
            <a:prstGeom prst="rect">
              <a:avLst/>
            </a:prstGeom>
            <a:noFill/>
            <a:effectLst/>
          </p:spPr>
          <p:txBody>
            <a:bodyPr wrap="none" lIns="0" rIns="0" tIns="0" bIns="0" anchor="t">
              <a:noAutofit/>
            </a:bodyPr>
            <a:lstStyle/>
            <a:p>
              <a:pPr>
                <a:lnSpc>
                  <a:spcPct val="100000"/>
                </a:lnSpc>
                <a:spcBef>
                  <a:spcPts val="0"/>
                </a:spcBef>
                <a:spcAft>
                  <a:spcPts val="0"/>
                </a:spcAft>
              </a:pPr>
              <a:r>
                <a:rPr sz="2000" b="0">
                  <a:solidFill>
                    <a:srgbClr val="29231F"/>
                  </a:solidFill>
                  <a:latin typeface="Times New Roman"/>
                </a:rPr>
                <a:t>Encourage leaders to model transparency</a:t>
              </a:r>
            </a:p>
          </p:txBody>
        </p:sp>
        <p:sp>
          <p:nvSpPr>
            <p:cNvPr id="245" name="accountability | and accountability, and hold them"/>
            <p:cNvSpPr txBox="1"/>
            <p:nvPr/>
          </p:nvSpPr>
          <p:spPr>
            <a:xfrm>
              <a:off x="305740" y="6675684"/>
              <a:ext cx="3482210" cy="368300"/>
            </a:xfrm>
            <a:prstGeom prst="rect">
              <a:avLst/>
            </a:prstGeom>
            <a:noFill/>
            <a:effectLst/>
          </p:spPr>
          <p:txBody>
            <a:bodyPr wrap="none" lIns="0" rIns="0" tIns="0" bIns="0" anchor="t">
              <a:noAutofit/>
            </a:bodyPr>
            <a:lstStyle/>
            <a:p>
              <a:pPr>
                <a:lnSpc>
                  <a:spcPct val="100000"/>
                </a:lnSpc>
                <a:spcBef>
                  <a:spcPts val="0"/>
                </a:spcBef>
                <a:spcAft>
                  <a:spcPts val="0"/>
                </a:spcAft>
              </a:pPr>
              <a:r>
                <a:rPr sz="2000" b="0">
                  <a:solidFill>
                    <a:srgbClr val="29231F"/>
                  </a:solidFill>
                  <a:latin typeface="Times New Roman"/>
                </a:rPr>
                <a:t>and accountability, and hold them</a:t>
              </a:r>
            </a:p>
          </p:txBody>
        </p:sp>
        <p:sp>
          <p:nvSpPr>
            <p:cNvPr id="246" name="accountability | accountable for their actions and decisions."/>
            <p:cNvSpPr txBox="1"/>
            <p:nvPr/>
          </p:nvSpPr>
          <p:spPr>
            <a:xfrm>
              <a:off x="305740" y="7051980"/>
              <a:ext cx="4439120" cy="368300"/>
            </a:xfrm>
            <a:prstGeom prst="rect">
              <a:avLst/>
            </a:prstGeom>
            <a:noFill/>
            <a:effectLst/>
          </p:spPr>
          <p:txBody>
            <a:bodyPr wrap="none" lIns="0" rIns="0" tIns="0" bIns="0" anchor="t">
              <a:noAutofit/>
            </a:bodyPr>
            <a:lstStyle/>
            <a:p>
              <a:pPr>
                <a:lnSpc>
                  <a:spcPct val="100000"/>
                </a:lnSpc>
                <a:spcBef>
                  <a:spcPts val="0"/>
                </a:spcBef>
                <a:spcAft>
                  <a:spcPts val="0"/>
                </a:spcAft>
              </a:pPr>
              <a:r>
                <a:rPr sz="2000" b="0">
                  <a:solidFill>
                    <a:srgbClr val="29231F"/>
                  </a:solidFill>
                  <a:latin typeface="Times New Roman"/>
                </a:rPr>
                <a:t>accountable for their actions and decisions.</a:t>
              </a:r>
            </a:p>
          </p:txBody>
        </p:sp>
      </p:grpSp>
      <p:grpSp>
        <p:nvGrpSpPr>
          <p:cNvPr id="259" name="CASE | deduplication | editable text and token highlights"/>
          <p:cNvGrpSpPr/>
          <p:nvPr/>
        </p:nvGrpSpPr>
        <p:grpSpPr>
          <a:xfrm>
            <a:off x="6395155" y="5079129"/>
            <a:ext cx="4501561" cy="2696586"/>
            <a:chOff x="6395155" y="5079129"/>
            <a:chExt cx="4501561" cy="2696586"/>
          </a:xfrm>
        </p:grpSpPr>
        <p:sp>
          <p:nvSpPr>
            <p:cNvPr id="59" name="deduplication | token 40 | id 1588 | w=0.85498"/>
            <p:cNvSpPr/>
            <p:nvPr/>
          </p:nvSpPr>
          <p:spPr>
            <a:xfrm>
              <a:off x="6783211" y="6358560"/>
              <a:ext cx="530577" cy="242334"/>
            </a:xfrm>
            <a:prstGeom prst="rect">
              <a:avLst/>
            </a:prstGeom>
            <a:solidFill>
              <a:srgbClr val="F1D1B7"/>
            </a:solidFill>
            <a:ln w="5174">
              <a:solidFill>
                <a:srgbClr val="FFFFFF"/>
              </a:solidFill>
            </a:ln>
            <a:effectLst/>
          </p:spPr>
          <p:txBody>
            <a:bodyPr rtlCol="0" anchor="ctr"/>
            <a:lstStyle/>
            <a:p>
              <a:pPr algn="ctr"/>
            </a:p>
          </p:txBody>
        </p:sp>
        <p:sp>
          <p:nvSpPr>
            <p:cNvPr id="60" name="deduplication | token 41 | id 374 | w=0.804688"/>
            <p:cNvSpPr/>
            <p:nvPr/>
          </p:nvSpPr>
          <p:spPr>
            <a:xfrm>
              <a:off x="7429970" y="6358560"/>
              <a:ext cx="271874" cy="242334"/>
            </a:xfrm>
            <a:prstGeom prst="rect">
              <a:avLst/>
            </a:prstGeom>
            <a:solidFill>
              <a:srgbClr val="F1D3BA"/>
            </a:solidFill>
            <a:ln w="5174">
              <a:solidFill>
                <a:srgbClr val="FFFFFF"/>
              </a:solidFill>
            </a:ln>
            <a:effectLst/>
          </p:spPr>
          <p:txBody>
            <a:bodyPr rtlCol="0" anchor="ctr"/>
            <a:lstStyle/>
            <a:p>
              <a:pPr algn="ctr"/>
            </a:p>
          </p:txBody>
        </p:sp>
        <p:sp>
          <p:nvSpPr>
            <p:cNvPr id="61" name="deduplication | token 42 | id 279 | w=0.700195"/>
            <p:cNvSpPr/>
            <p:nvPr/>
          </p:nvSpPr>
          <p:spPr>
            <a:xfrm>
              <a:off x="7818025" y="6358560"/>
              <a:ext cx="401225" cy="242334"/>
            </a:xfrm>
            <a:prstGeom prst="rect">
              <a:avLst/>
            </a:prstGeom>
            <a:solidFill>
              <a:srgbClr val="F3D7C0"/>
            </a:solidFill>
            <a:ln w="5174">
              <a:solidFill>
                <a:srgbClr val="FFFFFF"/>
              </a:solidFill>
            </a:ln>
            <a:effectLst/>
          </p:spPr>
          <p:txBody>
            <a:bodyPr rtlCol="0" anchor="ctr"/>
            <a:lstStyle/>
            <a:p>
              <a:pPr algn="ctr"/>
            </a:p>
          </p:txBody>
        </p:sp>
        <p:sp>
          <p:nvSpPr>
            <p:cNvPr id="62" name="deduplication | token 43 | id 2550 | w=0.874023"/>
            <p:cNvSpPr/>
            <p:nvPr/>
          </p:nvSpPr>
          <p:spPr>
            <a:xfrm>
              <a:off x="8335433" y="6358560"/>
              <a:ext cx="789281" cy="242334"/>
            </a:xfrm>
            <a:prstGeom prst="rect">
              <a:avLst/>
            </a:prstGeom>
            <a:solidFill>
              <a:srgbClr val="F1D0B5"/>
            </a:solidFill>
            <a:ln w="5174">
              <a:solidFill>
                <a:srgbClr val="FFFFFF"/>
              </a:solidFill>
            </a:ln>
            <a:effectLst/>
          </p:spPr>
          <p:txBody>
            <a:bodyPr rtlCol="0" anchor="ctr"/>
            <a:lstStyle/>
            <a:p>
              <a:pPr algn="ctr"/>
            </a:p>
          </p:txBody>
        </p:sp>
        <p:sp>
          <p:nvSpPr>
            <p:cNvPr id="63" name="deduplication | token 44 | id 2041 | w=0.519043"/>
            <p:cNvSpPr/>
            <p:nvPr/>
          </p:nvSpPr>
          <p:spPr>
            <a:xfrm>
              <a:off x="6395155" y="6734857"/>
              <a:ext cx="918633" cy="242334"/>
            </a:xfrm>
            <a:prstGeom prst="rect">
              <a:avLst/>
            </a:prstGeom>
            <a:solidFill>
              <a:srgbClr val="F5E0CD"/>
            </a:solidFill>
            <a:ln w="5174">
              <a:solidFill>
                <a:srgbClr val="FFFFFF"/>
              </a:solidFill>
            </a:ln>
            <a:effectLst/>
          </p:spPr>
          <p:txBody>
            <a:bodyPr rtlCol="0" anchor="ctr"/>
            <a:lstStyle/>
            <a:p>
              <a:pPr algn="ctr"/>
            </a:p>
          </p:txBody>
        </p:sp>
        <p:sp>
          <p:nvSpPr>
            <p:cNvPr id="64" name="deduplication | token 45 | id 22513 | w=1.18262"/>
            <p:cNvSpPr/>
            <p:nvPr/>
          </p:nvSpPr>
          <p:spPr>
            <a:xfrm>
              <a:off x="7429970" y="6734857"/>
              <a:ext cx="1177337" cy="242334"/>
            </a:xfrm>
            <a:prstGeom prst="rect">
              <a:avLst/>
            </a:prstGeom>
            <a:solidFill>
              <a:srgbClr val="EDC1A1"/>
            </a:solidFill>
            <a:ln w="5174">
              <a:solidFill>
                <a:srgbClr val="FFFFFF"/>
              </a:solidFill>
            </a:ln>
            <a:effectLst/>
          </p:spPr>
          <p:txBody>
            <a:bodyPr rtlCol="0" anchor="ctr"/>
            <a:lstStyle/>
            <a:p>
              <a:pPr algn="ctr"/>
            </a:p>
          </p:txBody>
        </p:sp>
        <p:sp>
          <p:nvSpPr>
            <p:cNvPr id="65" name="deduplication | token 46 | id 5766 | w=0.935059"/>
            <p:cNvSpPr/>
            <p:nvPr/>
          </p:nvSpPr>
          <p:spPr>
            <a:xfrm>
              <a:off x="8723488" y="6734857"/>
              <a:ext cx="1306688" cy="242334"/>
            </a:xfrm>
            <a:prstGeom prst="rect">
              <a:avLst/>
            </a:prstGeom>
            <a:solidFill>
              <a:srgbClr val="F0CDB1"/>
            </a:solidFill>
            <a:ln w="5174">
              <a:solidFill>
                <a:srgbClr val="FFFFFF"/>
              </a:solidFill>
            </a:ln>
            <a:effectLst/>
          </p:spPr>
          <p:txBody>
            <a:bodyPr rtlCol="0" anchor="ctr"/>
            <a:lstStyle/>
            <a:p>
              <a:pPr algn="ctr"/>
            </a:p>
          </p:txBody>
        </p:sp>
        <p:sp>
          <p:nvSpPr>
            <p:cNvPr id="66" name="deduplication | token 47 | id 1447 | w=0.918457"/>
            <p:cNvSpPr/>
            <p:nvPr/>
          </p:nvSpPr>
          <p:spPr>
            <a:xfrm>
              <a:off x="10017007" y="6734857"/>
              <a:ext cx="142522" cy="242334"/>
            </a:xfrm>
            <a:prstGeom prst="rect">
              <a:avLst/>
            </a:prstGeom>
            <a:solidFill>
              <a:srgbClr val="F0CDB2"/>
            </a:solidFill>
            <a:ln w="5174">
              <a:solidFill>
                <a:srgbClr val="FFFFFF"/>
              </a:solidFill>
            </a:ln>
            <a:effectLst/>
          </p:spPr>
          <p:txBody>
            <a:bodyPr rtlCol="0" anchor="ctr"/>
            <a:lstStyle/>
            <a:p>
              <a:pPr algn="ctr"/>
            </a:p>
          </p:txBody>
        </p:sp>
        <p:sp>
          <p:nvSpPr>
            <p:cNvPr id="67" name="deduplication | token 48 | id 48 | w=0.933105"/>
            <p:cNvSpPr/>
            <p:nvPr/>
          </p:nvSpPr>
          <p:spPr>
            <a:xfrm>
              <a:off x="6395155" y="7111153"/>
              <a:ext cx="142522" cy="242334"/>
            </a:xfrm>
            <a:prstGeom prst="rect">
              <a:avLst/>
            </a:prstGeom>
            <a:solidFill>
              <a:srgbClr val="F0CDB1"/>
            </a:solidFill>
            <a:ln w="5174">
              <a:solidFill>
                <a:srgbClr val="FFFFFF"/>
              </a:solidFill>
            </a:ln>
            <a:effectLst/>
          </p:spPr>
          <p:txBody>
            <a:bodyPr rtlCol="0" anchor="ctr"/>
            <a:lstStyle/>
            <a:p>
              <a:pPr algn="ctr"/>
            </a:p>
          </p:txBody>
        </p:sp>
        <p:sp>
          <p:nvSpPr>
            <p:cNvPr id="68" name="deduplication | token 49 | id 3627 | w=1.05566"/>
            <p:cNvSpPr/>
            <p:nvPr/>
          </p:nvSpPr>
          <p:spPr>
            <a:xfrm>
              <a:off x="6524507" y="7111153"/>
              <a:ext cx="271874" cy="242334"/>
            </a:xfrm>
            <a:prstGeom prst="rect">
              <a:avLst/>
            </a:prstGeom>
            <a:solidFill>
              <a:srgbClr val="EEC7A9"/>
            </a:solidFill>
            <a:ln w="5174">
              <a:solidFill>
                <a:srgbClr val="FFFFFF"/>
              </a:solidFill>
            </a:ln>
            <a:effectLst/>
          </p:spPr>
          <p:txBody>
            <a:bodyPr rtlCol="0" anchor="ctr"/>
            <a:lstStyle/>
            <a:p>
              <a:pPr algn="ctr"/>
            </a:p>
          </p:txBody>
        </p:sp>
        <p:sp>
          <p:nvSpPr>
            <p:cNvPr id="69" name="deduplication | token 50 | id 54 | w=0.936523"/>
            <p:cNvSpPr/>
            <p:nvPr/>
          </p:nvSpPr>
          <p:spPr>
            <a:xfrm>
              <a:off x="6783211" y="7111153"/>
              <a:ext cx="142522" cy="242334"/>
            </a:xfrm>
            <a:prstGeom prst="rect">
              <a:avLst/>
            </a:prstGeom>
            <a:solidFill>
              <a:srgbClr val="F0CCB1"/>
            </a:solidFill>
            <a:ln w="5174">
              <a:solidFill>
                <a:srgbClr val="FFFFFF"/>
              </a:solidFill>
            </a:ln>
            <a:effectLst/>
          </p:spPr>
          <p:txBody>
            <a:bodyPr rtlCol="0" anchor="ctr"/>
            <a:lstStyle/>
            <a:p>
              <a:pPr algn="ctr"/>
            </a:p>
          </p:txBody>
        </p:sp>
        <p:sp>
          <p:nvSpPr>
            <p:cNvPr id="70" name="deduplication | token 51 | id 73 | w=0.991211"/>
            <p:cNvSpPr/>
            <p:nvPr/>
          </p:nvSpPr>
          <p:spPr>
            <a:xfrm>
              <a:off x="6912562" y="7111153"/>
              <a:ext cx="142522" cy="242334"/>
            </a:xfrm>
            <a:prstGeom prst="rect">
              <a:avLst/>
            </a:prstGeom>
            <a:solidFill>
              <a:srgbClr val="EFCAAD"/>
            </a:solidFill>
            <a:ln w="5174">
              <a:solidFill>
                <a:srgbClr val="FFFFFF"/>
              </a:solidFill>
            </a:ln>
            <a:effectLst/>
          </p:spPr>
          <p:txBody>
            <a:bodyPr rtlCol="0" anchor="ctr"/>
            <a:lstStyle/>
            <a:p>
              <a:pPr algn="ctr"/>
            </a:p>
          </p:txBody>
        </p:sp>
        <p:sp>
          <p:nvSpPr>
            <p:cNvPr id="71" name="deduplication | token 52 | id 56 | w=0.940918"/>
            <p:cNvSpPr/>
            <p:nvPr/>
          </p:nvSpPr>
          <p:spPr>
            <a:xfrm>
              <a:off x="7041914" y="7111153"/>
              <a:ext cx="142522" cy="242334"/>
            </a:xfrm>
            <a:prstGeom prst="rect">
              <a:avLst/>
            </a:prstGeom>
            <a:solidFill>
              <a:srgbClr val="F0CCB1"/>
            </a:solidFill>
            <a:ln w="5174">
              <a:solidFill>
                <a:srgbClr val="FFFFFF"/>
              </a:solidFill>
            </a:ln>
            <a:effectLst/>
          </p:spPr>
          <p:txBody>
            <a:bodyPr rtlCol="0" anchor="ctr"/>
            <a:lstStyle/>
            <a:p>
              <a:pPr algn="ctr"/>
            </a:p>
          </p:txBody>
        </p:sp>
        <p:sp>
          <p:nvSpPr>
            <p:cNvPr id="72" name="deduplication | token 53 | id 28561 | w=1.47266"/>
            <p:cNvSpPr/>
            <p:nvPr/>
          </p:nvSpPr>
          <p:spPr>
            <a:xfrm>
              <a:off x="7171266" y="7111153"/>
              <a:ext cx="271874" cy="242334"/>
            </a:xfrm>
            <a:prstGeom prst="rect">
              <a:avLst/>
            </a:prstGeom>
            <a:solidFill>
              <a:srgbClr val="E9B591"/>
            </a:solidFill>
            <a:ln w="5174">
              <a:solidFill>
                <a:srgbClr val="FFFFFF"/>
              </a:solidFill>
            </a:ln>
            <a:effectLst/>
          </p:spPr>
          <p:txBody>
            <a:bodyPr rtlCol="0" anchor="ctr"/>
            <a:lstStyle/>
            <a:p>
              <a:pPr algn="ctr"/>
            </a:p>
          </p:txBody>
        </p:sp>
        <p:sp>
          <p:nvSpPr>
            <p:cNvPr id="73" name="deduplication | token 54 | id 1011 | w=1.29492"/>
            <p:cNvSpPr/>
            <p:nvPr/>
          </p:nvSpPr>
          <p:spPr>
            <a:xfrm>
              <a:off x="7429970" y="7111153"/>
              <a:ext cx="271874" cy="242334"/>
            </a:xfrm>
            <a:prstGeom prst="rect">
              <a:avLst/>
            </a:prstGeom>
            <a:solidFill>
              <a:srgbClr val="EBBC9B"/>
            </a:solidFill>
            <a:ln w="5174">
              <a:solidFill>
                <a:srgbClr val="FFFFFF"/>
              </a:solidFill>
            </a:ln>
            <a:effectLst/>
          </p:spPr>
          <p:txBody>
            <a:bodyPr rtlCol="0" anchor="ctr"/>
            <a:lstStyle/>
            <a:p>
              <a:pPr algn="ctr"/>
            </a:p>
          </p:txBody>
        </p:sp>
        <p:sp>
          <p:nvSpPr>
            <p:cNvPr id="74" name="deduplication | token 55 | id 45 | w=1.16211"/>
            <p:cNvSpPr/>
            <p:nvPr/>
          </p:nvSpPr>
          <p:spPr>
            <a:xfrm>
              <a:off x="7688674" y="7111153"/>
              <a:ext cx="142522" cy="242334"/>
            </a:xfrm>
            <a:prstGeom prst="rect">
              <a:avLst/>
            </a:prstGeom>
            <a:solidFill>
              <a:srgbClr val="EDC2A2"/>
            </a:solidFill>
            <a:ln w="5174">
              <a:solidFill>
                <a:srgbClr val="FFFFFF"/>
              </a:solidFill>
            </a:ln>
            <a:effectLst/>
          </p:spPr>
          <p:txBody>
            <a:bodyPr rtlCol="0" anchor="ctr"/>
            <a:lstStyle/>
            <a:p>
              <a:pPr algn="ctr"/>
            </a:p>
          </p:txBody>
        </p:sp>
        <p:sp>
          <p:nvSpPr>
            <p:cNvPr id="75" name="deduplication | token 56 | id 54929 | w=4"/>
            <p:cNvSpPr/>
            <p:nvPr/>
          </p:nvSpPr>
          <p:spPr>
            <a:xfrm>
              <a:off x="7818025" y="7111153"/>
              <a:ext cx="271874" cy="242334"/>
            </a:xfrm>
            <a:prstGeom prst="rect">
              <a:avLst/>
            </a:prstGeom>
            <a:solidFill>
              <a:srgbClr val="CE7853"/>
            </a:solidFill>
            <a:ln w="5174">
              <a:solidFill>
                <a:srgbClr val="FFFFFF"/>
              </a:solidFill>
            </a:ln>
            <a:effectLst/>
          </p:spPr>
          <p:txBody>
            <a:bodyPr rtlCol="0" anchor="ctr"/>
            <a:lstStyle/>
            <a:p>
              <a:pPr algn="ctr"/>
            </a:p>
          </p:txBody>
        </p:sp>
        <p:sp>
          <p:nvSpPr>
            <p:cNvPr id="76" name="deduplication | token 57 | id 2277 | w=0.586426"/>
            <p:cNvSpPr/>
            <p:nvPr/>
          </p:nvSpPr>
          <p:spPr>
            <a:xfrm>
              <a:off x="8076729" y="7111153"/>
              <a:ext cx="271874" cy="242334"/>
            </a:xfrm>
            <a:prstGeom prst="rect">
              <a:avLst/>
            </a:prstGeom>
            <a:solidFill>
              <a:srgbClr val="F4DDC8"/>
            </a:solidFill>
            <a:ln w="5174">
              <a:solidFill>
                <a:srgbClr val="FFFFFF"/>
              </a:solidFill>
            </a:ln>
            <a:effectLst/>
          </p:spPr>
          <p:txBody>
            <a:bodyPr rtlCol="0" anchor="ctr"/>
            <a:lstStyle/>
            <a:p>
              <a:pPr algn="ctr"/>
            </a:p>
          </p:txBody>
        </p:sp>
        <p:sp>
          <p:nvSpPr>
            <p:cNvPr id="77" name="deduplication | token 58 | id 86 | w=0.978027"/>
            <p:cNvSpPr/>
            <p:nvPr/>
          </p:nvSpPr>
          <p:spPr>
            <a:xfrm>
              <a:off x="8335433" y="7111153"/>
              <a:ext cx="142522" cy="242334"/>
            </a:xfrm>
            <a:prstGeom prst="rect">
              <a:avLst/>
            </a:prstGeom>
            <a:solidFill>
              <a:srgbClr val="EFCAAE"/>
            </a:solidFill>
            <a:ln w="5174">
              <a:solidFill>
                <a:srgbClr val="FFFFFF"/>
              </a:solidFill>
            </a:ln>
            <a:effectLst/>
          </p:spPr>
          <p:txBody>
            <a:bodyPr rtlCol="0" anchor="ctr"/>
            <a:lstStyle/>
            <a:p>
              <a:pPr algn="ctr"/>
            </a:p>
          </p:txBody>
        </p:sp>
        <p:sp>
          <p:nvSpPr>
            <p:cNvPr id="247" name="deduplication | (d)  Producing an invalid string transformation"/>
            <p:cNvSpPr txBox="1"/>
            <p:nvPr/>
          </p:nvSpPr>
          <p:spPr>
            <a:xfrm>
              <a:off x="6401740" y="5079129"/>
              <a:ext cx="4494976" cy="291570"/>
            </a:xfrm>
            <a:prstGeom prst="rect">
              <a:avLst/>
            </a:prstGeom>
            <a:noFill/>
            <a:effectLst/>
          </p:spPr>
          <p:txBody>
            <a:bodyPr wrap="none" lIns="0" rIns="0" tIns="0" bIns="0" anchor="t">
              <a:noAutofit/>
            </a:bodyPr>
            <a:lstStyle/>
            <a:p>
              <a:pPr>
                <a:lnSpc>
                  <a:spcPct val="100000"/>
                </a:lnSpc>
                <a:spcBef>
                  <a:spcPts val="0"/>
                </a:spcBef>
                <a:spcAft>
                  <a:spcPts val="0"/>
                </a:spcAft>
              </a:pPr>
              <a:r>
                <a:rPr sz="1583" b="1">
                  <a:solidFill>
                    <a:srgbClr val="29231F"/>
                  </a:solidFill>
                  <a:latin typeface="Arial"/>
                </a:rPr>
                <a:t>(d)  Producing an invalid string transformation</a:t>
              </a:r>
            </a:p>
          </p:txBody>
        </p:sp>
        <p:sp>
          <p:nvSpPr>
            <p:cNvPr id="248" name="deduplication | A = -2.16    ·    rank 8/8"/>
            <p:cNvSpPr txBox="1"/>
            <p:nvPr/>
          </p:nvSpPr>
          <p:spPr>
            <a:xfrm>
              <a:off x="6401740" y="5408083"/>
              <a:ext cx="1825625" cy="255763"/>
            </a:xfrm>
            <a:prstGeom prst="rect">
              <a:avLst/>
            </a:prstGeom>
            <a:noFill/>
            <a:effectLst/>
          </p:spPr>
          <p:txBody>
            <a:bodyPr wrap="none" lIns="0" rIns="0" tIns="0" bIns="0" anchor="t">
              <a:noAutofit/>
            </a:bodyPr>
            <a:lstStyle/>
            <a:p>
              <a:pPr>
                <a:lnSpc>
                  <a:spcPct val="100000"/>
                </a:lnSpc>
                <a:spcBef>
                  <a:spcPts val="0"/>
                </a:spcBef>
                <a:spcAft>
                  <a:spcPts val="0"/>
                </a:spcAft>
              </a:pPr>
              <a:r>
                <a:rPr sz="1388" b="0">
                  <a:solidFill>
                    <a:srgbClr val="72665E"/>
                  </a:solidFill>
                  <a:latin typeface="Arial"/>
                </a:rPr>
                <a:t>A = -2.16    ·    rank 8/8</a:t>
              </a:r>
            </a:p>
          </p:txBody>
        </p:sp>
        <p:sp>
          <p:nvSpPr>
            <p:cNvPr id="249" name="deduplication | Prompt: Remove duplicate characters"/>
            <p:cNvSpPr txBox="1"/>
            <p:nvPr/>
          </p:nvSpPr>
          <p:spPr>
            <a:xfrm>
              <a:off x="6401740" y="5711613"/>
              <a:ext cx="3044178"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Prompt: Remove duplicate characters</a:t>
              </a:r>
            </a:p>
          </p:txBody>
        </p:sp>
        <p:sp>
          <p:nvSpPr>
            <p:cNvPr id="250" name="deduplication | from QFAWjYIbRIJWvLvKLmdNsW."/>
            <p:cNvSpPr txBox="1"/>
            <p:nvPr/>
          </p:nvSpPr>
          <p:spPr>
            <a:xfrm>
              <a:off x="6401740" y="5946798"/>
              <a:ext cx="2891307"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from QFAWjYIbRIJWvLvKLmdNsW.</a:t>
              </a:r>
            </a:p>
          </p:txBody>
        </p:sp>
        <p:sp>
          <p:nvSpPr>
            <p:cNvPr id="251" name="deduplication | …  here is the output"/>
            <p:cNvSpPr txBox="1"/>
            <p:nvPr/>
          </p:nvSpPr>
          <p:spPr>
            <a:xfrm>
              <a:off x="6401740" y="6334759"/>
              <a:ext cx="2763425" cy="313737"/>
            </a:xfrm>
            <a:prstGeom prst="rect">
              <a:avLst/>
            </a:prstGeom>
            <a:noFill/>
            <a:effectLst/>
          </p:spPr>
          <p:txBody>
            <a:bodyPr wrap="none" lIns="0" rIns="0" tIns="0" bIns="0" anchor="t">
              <a:noAutofit/>
            </a:bodyPr>
            <a:lstStyle/>
            <a:p>
              <a:pPr>
                <a:lnSpc>
                  <a:spcPct val="100000"/>
                </a:lnSpc>
                <a:spcBef>
                  <a:spcPts val="0"/>
                </a:spcBef>
                <a:spcAft>
                  <a:spcPts val="0"/>
                </a:spcAft>
              </a:pPr>
              <a:r>
                <a:rPr sz="1703" b="0">
                  <a:solidFill>
                    <a:srgbClr val="29231F"/>
                  </a:solidFill>
                  <a:latin typeface="Courier New"/>
                </a:rPr>
                <a:t>…  here is the output</a:t>
              </a:r>
            </a:p>
          </p:txBody>
        </p:sp>
        <p:sp>
          <p:nvSpPr>
            <p:cNvPr id="252" name="deduplication | without duplicate characters:"/>
            <p:cNvSpPr txBox="1"/>
            <p:nvPr/>
          </p:nvSpPr>
          <p:spPr>
            <a:xfrm>
              <a:off x="6401740" y="6711056"/>
              <a:ext cx="3798240" cy="313737"/>
            </a:xfrm>
            <a:prstGeom prst="rect">
              <a:avLst/>
            </a:prstGeom>
            <a:noFill/>
            <a:effectLst/>
          </p:spPr>
          <p:txBody>
            <a:bodyPr wrap="none" lIns="0" rIns="0" tIns="0" bIns="0" anchor="t">
              <a:noAutofit/>
            </a:bodyPr>
            <a:lstStyle/>
            <a:p>
              <a:pPr>
                <a:lnSpc>
                  <a:spcPct val="100000"/>
                </a:lnSpc>
                <a:spcBef>
                  <a:spcPts val="0"/>
                </a:spcBef>
                <a:spcAft>
                  <a:spcPts val="0"/>
                </a:spcAft>
              </a:pPr>
              <a:r>
                <a:rPr sz="1703" b="0">
                  <a:solidFill>
                    <a:srgbClr val="29231F"/>
                  </a:solidFill>
                  <a:latin typeface="Courier New"/>
                </a:rPr>
                <a:t>without duplicate characters:</a:t>
              </a:r>
            </a:p>
          </p:txBody>
        </p:sp>
        <p:sp>
          <p:nvSpPr>
            <p:cNvPr id="253" name="deduplication | QFAWjYIKmsNbvmdw"/>
            <p:cNvSpPr txBox="1"/>
            <p:nvPr/>
          </p:nvSpPr>
          <p:spPr>
            <a:xfrm>
              <a:off x="6401740" y="7087352"/>
              <a:ext cx="2116666" cy="313737"/>
            </a:xfrm>
            <a:prstGeom prst="rect">
              <a:avLst/>
            </a:prstGeom>
            <a:noFill/>
            <a:effectLst/>
          </p:spPr>
          <p:txBody>
            <a:bodyPr wrap="none" lIns="0" rIns="0" tIns="0" bIns="0" anchor="t">
              <a:noAutofit/>
            </a:bodyPr>
            <a:lstStyle/>
            <a:p>
              <a:pPr>
                <a:lnSpc>
                  <a:spcPct val="100000"/>
                </a:lnSpc>
                <a:spcBef>
                  <a:spcPts val="0"/>
                </a:spcBef>
                <a:spcAft>
                  <a:spcPts val="0"/>
                </a:spcAft>
              </a:pPr>
              <a:r>
                <a:rPr sz="1703" b="0">
                  <a:solidFill>
                    <a:srgbClr val="29231F"/>
                  </a:solidFill>
                  <a:latin typeface="Courier New"/>
                </a:rPr>
                <a:t>QFAWjYIKmsNbvmdw</a:t>
              </a:r>
            </a:p>
          </p:txBody>
        </p:sp>
        <p:sp>
          <p:nvSpPr>
            <p:cNvPr id="254" name="deduplication | Reference: QFAWjYIbRJvLKmdNs"/>
            <p:cNvSpPr txBox="1"/>
            <p:nvPr/>
          </p:nvSpPr>
          <p:spPr>
            <a:xfrm>
              <a:off x="6401740" y="7533592"/>
              <a:ext cx="2845740"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Courier New"/>
                </a:rPr>
                <a:t>Reference: QFAWjYIbRJvLKmdNs</a:t>
              </a: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32" name="CASE | terminology | editable text and token highlights"/>
          <p:cNvGrpSpPr/>
          <p:nvPr/>
        </p:nvGrpSpPr>
        <p:grpSpPr>
          <a:xfrm>
            <a:off x="1601336" y="1481666"/>
            <a:ext cx="8989327" cy="4397963"/>
            <a:chOff x="1601336" y="1481666"/>
            <a:chExt cx="8989327" cy="4397963"/>
          </a:xfrm>
        </p:grpSpPr>
        <p:sp>
          <p:nvSpPr>
            <p:cNvPr id="2" name="terminology | token 0 | id 785 | w=0.824707"/>
            <p:cNvSpPr/>
            <p:nvPr/>
          </p:nvSpPr>
          <p:spPr>
            <a:xfrm>
              <a:off x="1601336" y="3826466"/>
              <a:ext cx="770289" cy="534409"/>
            </a:xfrm>
            <a:prstGeom prst="rect">
              <a:avLst/>
            </a:prstGeom>
            <a:solidFill>
              <a:srgbClr val="F1D2B9"/>
            </a:solidFill>
            <a:ln w="9719">
              <a:solidFill>
                <a:srgbClr val="FFFFFF"/>
              </a:solidFill>
            </a:ln>
            <a:effectLst/>
          </p:spPr>
          <p:txBody>
            <a:bodyPr rtlCol="0" anchor="ctr"/>
            <a:lstStyle/>
            <a:p>
              <a:pPr algn="ctr"/>
            </a:p>
          </p:txBody>
        </p:sp>
        <p:sp>
          <p:nvSpPr>
            <p:cNvPr id="3" name="terminology | token 1 | id 17860 | w=0.46167"/>
            <p:cNvSpPr/>
            <p:nvPr/>
          </p:nvSpPr>
          <p:spPr>
            <a:xfrm>
              <a:off x="2465620" y="3826466"/>
              <a:ext cx="1190005" cy="534409"/>
            </a:xfrm>
            <a:prstGeom prst="rect">
              <a:avLst/>
            </a:prstGeom>
            <a:solidFill>
              <a:srgbClr val="F6E4D3"/>
            </a:solidFill>
            <a:ln w="9719">
              <a:solidFill>
                <a:srgbClr val="FFFFFF"/>
              </a:solidFill>
            </a:ln>
            <a:effectLst/>
          </p:spPr>
          <p:txBody>
            <a:bodyPr rtlCol="0" anchor="ctr"/>
            <a:lstStyle/>
            <a:p>
              <a:pPr algn="ctr"/>
            </a:p>
          </p:txBody>
        </p:sp>
        <p:sp>
          <p:nvSpPr>
            <p:cNvPr id="4" name="terminology | token 2 | id 20448 | w=0.965332"/>
            <p:cNvSpPr/>
            <p:nvPr/>
          </p:nvSpPr>
          <p:spPr>
            <a:xfrm>
              <a:off x="3749620" y="3826466"/>
              <a:ext cx="1435760" cy="534409"/>
            </a:xfrm>
            <a:prstGeom prst="rect">
              <a:avLst/>
            </a:prstGeom>
            <a:solidFill>
              <a:srgbClr val="EFCBAF"/>
            </a:solidFill>
            <a:ln w="9719">
              <a:solidFill>
                <a:srgbClr val="FFFFFF"/>
              </a:solidFill>
            </a:ln>
            <a:effectLst/>
          </p:spPr>
          <p:txBody>
            <a:bodyPr rtlCol="0" anchor="ctr"/>
            <a:lstStyle/>
            <a:p>
              <a:pPr algn="ctr"/>
            </a:p>
          </p:txBody>
        </p:sp>
        <p:sp>
          <p:nvSpPr>
            <p:cNvPr id="5" name="terminology | token 3 | id 11 | w=0.940918"/>
            <p:cNvSpPr/>
            <p:nvPr/>
          </p:nvSpPr>
          <p:spPr>
            <a:xfrm>
              <a:off x="5160640" y="3826466"/>
              <a:ext cx="143476" cy="534409"/>
            </a:xfrm>
            <a:prstGeom prst="rect">
              <a:avLst/>
            </a:prstGeom>
            <a:solidFill>
              <a:srgbClr val="F0CCB1"/>
            </a:solidFill>
            <a:ln w="9719">
              <a:solidFill>
                <a:srgbClr val="FFFFFF"/>
              </a:solidFill>
            </a:ln>
            <a:effectLst/>
          </p:spPr>
          <p:txBody>
            <a:bodyPr rtlCol="0" anchor="ctr"/>
            <a:lstStyle/>
            <a:p>
              <a:pPr algn="ctr"/>
            </a:p>
          </p:txBody>
        </p:sp>
        <p:sp>
          <p:nvSpPr>
            <p:cNvPr id="6" name="terminology | token 4 | id 476 | w=1.46875"/>
            <p:cNvSpPr/>
            <p:nvPr/>
          </p:nvSpPr>
          <p:spPr>
            <a:xfrm>
              <a:off x="5398111" y="3826466"/>
              <a:ext cx="425128" cy="534409"/>
            </a:xfrm>
            <a:prstGeom prst="rect">
              <a:avLst/>
            </a:prstGeom>
            <a:solidFill>
              <a:srgbClr val="E9B592"/>
            </a:solidFill>
            <a:ln w="9719">
              <a:solidFill>
                <a:srgbClr val="FFFFFF"/>
              </a:solidFill>
            </a:ln>
            <a:effectLst/>
          </p:spPr>
          <p:txBody>
            <a:bodyPr rtlCol="0" anchor="ctr"/>
            <a:lstStyle/>
            <a:p>
              <a:pPr algn="ctr"/>
            </a:p>
          </p:txBody>
        </p:sp>
        <p:sp>
          <p:nvSpPr>
            <p:cNvPr id="7" name="terminology | token 5 | id 803 | w=0.509277"/>
            <p:cNvSpPr/>
            <p:nvPr/>
          </p:nvSpPr>
          <p:spPr>
            <a:xfrm>
              <a:off x="5917234" y="3826466"/>
              <a:ext cx="1010521" cy="534409"/>
            </a:xfrm>
            <a:prstGeom prst="rect">
              <a:avLst/>
            </a:prstGeom>
            <a:solidFill>
              <a:srgbClr val="F5E1CE"/>
            </a:solidFill>
            <a:ln w="9719">
              <a:solidFill>
                <a:srgbClr val="FFFFFF"/>
              </a:solidFill>
            </a:ln>
            <a:effectLst/>
          </p:spPr>
          <p:txBody>
            <a:bodyPr rtlCol="0" anchor="ctr"/>
            <a:lstStyle/>
            <a:p>
              <a:pPr algn="ctr"/>
            </a:p>
          </p:txBody>
        </p:sp>
        <p:sp>
          <p:nvSpPr>
            <p:cNvPr id="8" name="terminology | token 6 | id 29257 | w=4"/>
            <p:cNvSpPr/>
            <p:nvPr/>
          </p:nvSpPr>
          <p:spPr>
            <a:xfrm>
              <a:off x="7021750" y="3826466"/>
              <a:ext cx="1985257" cy="534409"/>
            </a:xfrm>
            <a:prstGeom prst="rect">
              <a:avLst/>
            </a:prstGeom>
            <a:solidFill>
              <a:srgbClr val="CE7853"/>
            </a:solidFill>
            <a:ln w="9719">
              <a:solidFill>
                <a:srgbClr val="FFFFFF"/>
              </a:solidFill>
            </a:ln>
            <a:effectLst/>
          </p:spPr>
          <p:txBody>
            <a:bodyPr rtlCol="0" anchor="ctr"/>
            <a:lstStyle/>
            <a:p>
              <a:pPr algn="ctr"/>
            </a:p>
          </p:txBody>
        </p:sp>
        <p:sp>
          <p:nvSpPr>
            <p:cNvPr id="9" name="terminology | token 7 | id 11 | w=1.33105"/>
            <p:cNvSpPr/>
            <p:nvPr/>
          </p:nvSpPr>
          <p:spPr>
            <a:xfrm>
              <a:off x="8982266" y="3826466"/>
              <a:ext cx="113102" cy="534409"/>
            </a:xfrm>
            <a:prstGeom prst="rect">
              <a:avLst/>
            </a:prstGeom>
            <a:solidFill>
              <a:srgbClr val="EBBA99"/>
            </a:solidFill>
            <a:ln w="9719">
              <a:solidFill>
                <a:srgbClr val="FFFFFF"/>
              </a:solidFill>
            </a:ln>
            <a:effectLst/>
          </p:spPr>
          <p:txBody>
            <a:bodyPr rtlCol="0" anchor="ctr"/>
            <a:lstStyle/>
            <a:p>
              <a:pPr algn="ctr"/>
            </a:p>
          </p:txBody>
        </p:sp>
        <p:sp>
          <p:nvSpPr>
            <p:cNvPr id="10" name="terminology | token 8 | id 36950 | w=1.28223"/>
            <p:cNvSpPr/>
            <p:nvPr/>
          </p:nvSpPr>
          <p:spPr>
            <a:xfrm>
              <a:off x="1601336" y="4533356"/>
              <a:ext cx="1540689" cy="534409"/>
            </a:xfrm>
            <a:prstGeom prst="rect">
              <a:avLst/>
            </a:prstGeom>
            <a:solidFill>
              <a:srgbClr val="EBBC9C"/>
            </a:solidFill>
            <a:ln w="9719">
              <a:solidFill>
                <a:srgbClr val="FFFFFF"/>
              </a:solidFill>
            </a:ln>
            <a:effectLst/>
          </p:spPr>
          <p:txBody>
            <a:bodyPr rtlCol="0" anchor="ctr"/>
            <a:lstStyle/>
            <a:p>
              <a:pPr algn="ctr"/>
            </a:p>
          </p:txBody>
        </p:sp>
        <p:sp>
          <p:nvSpPr>
            <p:cNvPr id="11" name="terminology | token 9 | id 24427 | w=1.16016"/>
            <p:cNvSpPr/>
            <p:nvPr/>
          </p:nvSpPr>
          <p:spPr>
            <a:xfrm>
              <a:off x="3236020" y="4533356"/>
              <a:ext cx="1377773" cy="534409"/>
            </a:xfrm>
            <a:prstGeom prst="rect">
              <a:avLst/>
            </a:prstGeom>
            <a:solidFill>
              <a:srgbClr val="EDC2A3"/>
            </a:solidFill>
            <a:ln w="9719">
              <a:solidFill>
                <a:srgbClr val="FFFFFF"/>
              </a:solidFill>
            </a:ln>
            <a:effectLst/>
          </p:spPr>
          <p:txBody>
            <a:bodyPr rtlCol="0" anchor="ctr"/>
            <a:lstStyle/>
            <a:p>
              <a:pPr algn="ctr"/>
            </a:p>
          </p:txBody>
        </p:sp>
        <p:sp>
          <p:nvSpPr>
            <p:cNvPr id="12" name="terminology | token 10 | id 11 | w=0.976562"/>
            <p:cNvSpPr/>
            <p:nvPr/>
          </p:nvSpPr>
          <p:spPr>
            <a:xfrm>
              <a:off x="4589053" y="4533356"/>
              <a:ext cx="143476" cy="534409"/>
            </a:xfrm>
            <a:prstGeom prst="rect">
              <a:avLst/>
            </a:prstGeom>
            <a:solidFill>
              <a:srgbClr val="EFCAAE"/>
            </a:solidFill>
            <a:ln w="9719">
              <a:solidFill>
                <a:srgbClr val="FFFFFF"/>
              </a:solidFill>
            </a:ln>
            <a:effectLst/>
          </p:spPr>
          <p:txBody>
            <a:bodyPr rtlCol="0" anchor="ctr"/>
            <a:lstStyle/>
            <a:p>
              <a:pPr algn="ctr"/>
            </a:p>
          </p:txBody>
        </p:sp>
        <p:sp>
          <p:nvSpPr>
            <p:cNvPr id="13" name="terminology | token 11 | id 702 | w=1.18066"/>
            <p:cNvSpPr/>
            <p:nvPr/>
          </p:nvSpPr>
          <p:spPr>
            <a:xfrm>
              <a:off x="4826524" y="4533356"/>
              <a:ext cx="659838" cy="534409"/>
            </a:xfrm>
            <a:prstGeom prst="rect">
              <a:avLst/>
            </a:prstGeom>
            <a:solidFill>
              <a:srgbClr val="EDC1A1"/>
            </a:solidFill>
            <a:ln w="9719">
              <a:solidFill>
                <a:srgbClr val="FFFFFF"/>
              </a:solidFill>
            </a:ln>
            <a:effectLst/>
          </p:spPr>
          <p:txBody>
            <a:bodyPr rtlCol="0" anchor="ctr"/>
            <a:lstStyle/>
            <a:p>
              <a:pPr algn="ctr"/>
            </a:p>
          </p:txBody>
        </p:sp>
        <p:sp>
          <p:nvSpPr>
            <p:cNvPr id="14" name="terminology | token 12 | id 2115 | w=1.41016"/>
            <p:cNvSpPr/>
            <p:nvPr/>
          </p:nvSpPr>
          <p:spPr>
            <a:xfrm>
              <a:off x="5580356" y="4533356"/>
              <a:ext cx="662599" cy="534409"/>
            </a:xfrm>
            <a:prstGeom prst="rect">
              <a:avLst/>
            </a:prstGeom>
            <a:solidFill>
              <a:srgbClr val="EAB795"/>
            </a:solidFill>
            <a:ln w="9719">
              <a:solidFill>
                <a:srgbClr val="FFFFFF"/>
              </a:solidFill>
            </a:ln>
            <a:effectLst/>
          </p:spPr>
          <p:txBody>
            <a:bodyPr rtlCol="0" anchor="ctr"/>
            <a:lstStyle/>
            <a:p>
              <a:pPr algn="ctr"/>
            </a:p>
          </p:txBody>
        </p:sp>
        <p:sp>
          <p:nvSpPr>
            <p:cNvPr id="15" name="terminology | token 13 | id 264 | w=1.01367"/>
            <p:cNvSpPr/>
            <p:nvPr/>
          </p:nvSpPr>
          <p:spPr>
            <a:xfrm>
              <a:off x="6336950" y="4533356"/>
              <a:ext cx="234599" cy="534409"/>
            </a:xfrm>
            <a:prstGeom prst="rect">
              <a:avLst/>
            </a:prstGeom>
            <a:solidFill>
              <a:srgbClr val="EFC8AC"/>
            </a:solidFill>
            <a:ln w="9719">
              <a:solidFill>
                <a:srgbClr val="FFFFFF"/>
              </a:solidFill>
            </a:ln>
            <a:effectLst/>
          </p:spPr>
          <p:txBody>
            <a:bodyPr rtlCol="0" anchor="ctr"/>
            <a:lstStyle/>
            <a:p>
              <a:pPr algn="ctr"/>
            </a:p>
          </p:txBody>
        </p:sp>
        <p:sp>
          <p:nvSpPr>
            <p:cNvPr id="16" name="terminology | token 14 | id 28769 | w=1.91895"/>
            <p:cNvSpPr/>
            <p:nvPr/>
          </p:nvSpPr>
          <p:spPr>
            <a:xfrm>
              <a:off x="6665543" y="4533356"/>
              <a:ext cx="1294934" cy="534409"/>
            </a:xfrm>
            <a:prstGeom prst="rect">
              <a:avLst/>
            </a:prstGeom>
            <a:solidFill>
              <a:srgbClr val="E4A680"/>
            </a:solidFill>
            <a:ln w="9719">
              <a:solidFill>
                <a:srgbClr val="FFFFFF"/>
              </a:solidFill>
            </a:ln>
            <a:effectLst/>
          </p:spPr>
          <p:txBody>
            <a:bodyPr rtlCol="0" anchor="ctr"/>
            <a:lstStyle/>
            <a:p>
              <a:pPr algn="ctr"/>
            </a:p>
          </p:txBody>
        </p:sp>
        <p:sp>
          <p:nvSpPr>
            <p:cNvPr id="17" name="terminology | token 15 | id 19588 | w=1.73047"/>
            <p:cNvSpPr/>
            <p:nvPr/>
          </p:nvSpPr>
          <p:spPr>
            <a:xfrm>
              <a:off x="8054473" y="4533356"/>
              <a:ext cx="1270083" cy="534409"/>
            </a:xfrm>
            <a:prstGeom prst="rect">
              <a:avLst/>
            </a:prstGeom>
            <a:solidFill>
              <a:srgbClr val="E6AC86"/>
            </a:solidFill>
            <a:ln w="9719">
              <a:solidFill>
                <a:srgbClr val="FFFFFF"/>
              </a:solidFill>
            </a:ln>
            <a:effectLst/>
          </p:spPr>
          <p:txBody>
            <a:bodyPr rtlCol="0" anchor="ctr"/>
            <a:lstStyle/>
            <a:p>
              <a:pPr algn="ctr"/>
            </a:p>
          </p:txBody>
        </p:sp>
        <p:sp>
          <p:nvSpPr>
            <p:cNvPr id="18" name="terminology | token 16 | id 304 | w=1.05859"/>
            <p:cNvSpPr/>
            <p:nvPr/>
          </p:nvSpPr>
          <p:spPr>
            <a:xfrm>
              <a:off x="1601336" y="5240247"/>
              <a:ext cx="397515" cy="534409"/>
            </a:xfrm>
            <a:prstGeom prst="rect">
              <a:avLst/>
            </a:prstGeom>
            <a:solidFill>
              <a:srgbClr val="EEC6A9"/>
            </a:solidFill>
            <a:ln w="9719">
              <a:solidFill>
                <a:srgbClr val="FFFFFF"/>
              </a:solidFill>
            </a:ln>
            <a:effectLst/>
          </p:spPr>
          <p:txBody>
            <a:bodyPr rtlCol="0" anchor="ctr"/>
            <a:lstStyle/>
            <a:p>
              <a:pPr algn="ctr"/>
            </a:p>
          </p:txBody>
        </p:sp>
        <p:sp>
          <p:nvSpPr>
            <p:cNvPr id="19" name="terminology | token 17 | id 5257 | w=0.98877"/>
            <p:cNvSpPr/>
            <p:nvPr/>
          </p:nvSpPr>
          <p:spPr>
            <a:xfrm>
              <a:off x="2092846" y="5240247"/>
              <a:ext cx="1430238" cy="534409"/>
            </a:xfrm>
            <a:prstGeom prst="rect">
              <a:avLst/>
            </a:prstGeom>
            <a:solidFill>
              <a:srgbClr val="EFCAAD"/>
            </a:solidFill>
            <a:ln w="9719">
              <a:solidFill>
                <a:srgbClr val="FFFFFF"/>
              </a:solidFill>
            </a:ln>
            <a:effectLst/>
          </p:spPr>
          <p:txBody>
            <a:bodyPr rtlCol="0" anchor="ctr"/>
            <a:lstStyle/>
            <a:p>
              <a:pPr algn="ctr"/>
            </a:p>
          </p:txBody>
        </p:sp>
        <p:sp>
          <p:nvSpPr>
            <p:cNvPr id="20" name="terminology | token 18 | id 13566 | w=1.03711"/>
            <p:cNvSpPr/>
            <p:nvPr/>
          </p:nvSpPr>
          <p:spPr>
            <a:xfrm>
              <a:off x="3617078" y="5240247"/>
              <a:ext cx="1402625" cy="534409"/>
            </a:xfrm>
            <a:prstGeom prst="rect">
              <a:avLst/>
            </a:prstGeom>
            <a:solidFill>
              <a:srgbClr val="EEC7AA"/>
            </a:solidFill>
            <a:ln w="9719">
              <a:solidFill>
                <a:srgbClr val="FFFFFF"/>
              </a:solidFill>
            </a:ln>
            <a:effectLst/>
          </p:spPr>
          <p:txBody>
            <a:bodyPr rtlCol="0" anchor="ctr"/>
            <a:lstStyle/>
            <a:p>
              <a:pPr algn="ctr"/>
            </a:p>
          </p:txBody>
        </p:sp>
        <p:sp>
          <p:nvSpPr>
            <p:cNvPr id="21" name="terminology | token 19 | id 315 | w=0.987305"/>
            <p:cNvSpPr/>
            <p:nvPr/>
          </p:nvSpPr>
          <p:spPr>
            <a:xfrm>
              <a:off x="5113698" y="5240247"/>
              <a:ext cx="425128" cy="534409"/>
            </a:xfrm>
            <a:prstGeom prst="rect">
              <a:avLst/>
            </a:prstGeom>
            <a:solidFill>
              <a:srgbClr val="EFCAAD"/>
            </a:solidFill>
            <a:ln w="9719">
              <a:solidFill>
                <a:srgbClr val="FFFFFF"/>
              </a:solidFill>
            </a:ln>
            <a:effectLst/>
          </p:spPr>
          <p:txBody>
            <a:bodyPr rtlCol="0" anchor="ctr"/>
            <a:lstStyle/>
            <a:p>
              <a:pPr algn="ctr"/>
            </a:p>
          </p:txBody>
        </p:sp>
        <p:sp>
          <p:nvSpPr>
            <p:cNvPr id="22" name="terminology | token 20 | id 1039 | w=1.76465"/>
            <p:cNvSpPr/>
            <p:nvPr/>
          </p:nvSpPr>
          <p:spPr>
            <a:xfrm>
              <a:off x="5632821" y="5240247"/>
              <a:ext cx="662599" cy="534409"/>
            </a:xfrm>
            <a:prstGeom prst="rect">
              <a:avLst/>
            </a:prstGeom>
            <a:solidFill>
              <a:srgbClr val="E6AB85"/>
            </a:solidFill>
            <a:ln w="9719">
              <a:solidFill>
                <a:srgbClr val="FFFFFF"/>
              </a:solidFill>
            </a:ln>
            <a:effectLst/>
          </p:spPr>
          <p:txBody>
            <a:bodyPr rtlCol="0" anchor="ctr"/>
            <a:lstStyle/>
            <a:p>
              <a:pPr algn="ctr"/>
            </a:p>
          </p:txBody>
        </p:sp>
        <p:sp>
          <p:nvSpPr>
            <p:cNvPr id="23" name="terminology | token 21 | id 1879 | w=1.08789"/>
            <p:cNvSpPr/>
            <p:nvPr/>
          </p:nvSpPr>
          <p:spPr>
            <a:xfrm>
              <a:off x="6389414" y="5240247"/>
              <a:ext cx="1140302" cy="534409"/>
            </a:xfrm>
            <a:prstGeom prst="rect">
              <a:avLst/>
            </a:prstGeom>
            <a:solidFill>
              <a:srgbClr val="EEC5A7"/>
            </a:solidFill>
            <a:ln w="9719">
              <a:solidFill>
                <a:srgbClr val="FFFFFF"/>
              </a:solidFill>
            </a:ln>
            <a:effectLst/>
          </p:spPr>
          <p:txBody>
            <a:bodyPr rtlCol="0" anchor="ctr"/>
            <a:lstStyle/>
            <a:p>
              <a:pPr algn="ctr"/>
            </a:p>
          </p:txBody>
        </p:sp>
        <p:sp>
          <p:nvSpPr>
            <p:cNvPr id="24" name="terminology | token 22 | id 3351 | w=1.13574"/>
            <p:cNvSpPr/>
            <p:nvPr/>
          </p:nvSpPr>
          <p:spPr>
            <a:xfrm>
              <a:off x="7623711" y="5240247"/>
              <a:ext cx="1085076" cy="534409"/>
            </a:xfrm>
            <a:prstGeom prst="rect">
              <a:avLst/>
            </a:prstGeom>
            <a:solidFill>
              <a:srgbClr val="EDC3A4"/>
            </a:solidFill>
            <a:ln w="9719">
              <a:solidFill>
                <a:srgbClr val="FFFFFF"/>
              </a:solidFill>
            </a:ln>
            <a:effectLst/>
          </p:spPr>
          <p:txBody>
            <a:bodyPr rtlCol="0" anchor="ctr"/>
            <a:lstStyle/>
            <a:p>
              <a:pPr algn="ctr"/>
            </a:p>
          </p:txBody>
        </p:sp>
        <p:sp>
          <p:nvSpPr>
            <p:cNvPr id="25" name="terminology | token 23 | id 13 | w=0.952637"/>
            <p:cNvSpPr/>
            <p:nvPr/>
          </p:nvSpPr>
          <p:spPr>
            <a:xfrm>
              <a:off x="8684047" y="5240247"/>
              <a:ext cx="113102" cy="534409"/>
            </a:xfrm>
            <a:prstGeom prst="rect">
              <a:avLst/>
            </a:prstGeom>
            <a:solidFill>
              <a:srgbClr val="F0CCB0"/>
            </a:solidFill>
            <a:ln w="9719">
              <a:solidFill>
                <a:srgbClr val="FFFFFF"/>
              </a:solidFill>
            </a:ln>
            <a:effectLst/>
          </p:spPr>
          <p:txBody>
            <a:bodyPr rtlCol="0" anchor="ctr"/>
            <a:lstStyle/>
            <a:p>
              <a:pPr algn="ctr"/>
            </a:p>
          </p:txBody>
        </p:sp>
        <p:sp>
          <p:nvSpPr>
            <p:cNvPr id="26" name="terminology | (a)  Refining an imprecise term"/>
            <p:cNvSpPr txBox="1"/>
            <p:nvPr/>
          </p:nvSpPr>
          <p:spPr>
            <a:xfrm>
              <a:off x="1613707" y="1481666"/>
              <a:ext cx="5627510" cy="547729"/>
            </a:xfrm>
            <a:prstGeom prst="rect">
              <a:avLst/>
            </a:prstGeom>
            <a:noFill/>
            <a:effectLst/>
          </p:spPr>
          <p:txBody>
            <a:bodyPr wrap="none" lIns="0" rIns="0" tIns="0" bIns="0" anchor="t">
              <a:noAutofit/>
            </a:bodyPr>
            <a:lstStyle/>
            <a:p>
              <a:pPr>
                <a:lnSpc>
                  <a:spcPct val="100000"/>
                </a:lnSpc>
                <a:spcBef>
                  <a:spcPts val="0"/>
                </a:spcBef>
                <a:spcAft>
                  <a:spcPts val="0"/>
                </a:spcAft>
              </a:pPr>
              <a:r>
                <a:rPr sz="2974" b="1">
                  <a:solidFill>
                    <a:srgbClr val="29231F"/>
                  </a:solidFill>
                  <a:latin typeface="Arial"/>
                </a:rPr>
                <a:t>(a)  Refining an imprecise term</a:t>
              </a:r>
            </a:p>
          </p:txBody>
        </p:sp>
        <p:sp>
          <p:nvSpPr>
            <p:cNvPr id="27" name="terminology | A = +1.47    ·    rank 1/8"/>
            <p:cNvSpPr txBox="1"/>
            <p:nvPr/>
          </p:nvSpPr>
          <p:spPr>
            <a:xfrm>
              <a:off x="1613707" y="2099621"/>
              <a:ext cx="3517884" cy="480464"/>
            </a:xfrm>
            <a:prstGeom prst="rect">
              <a:avLst/>
            </a:prstGeom>
            <a:noFill/>
            <a:effectLst/>
          </p:spPr>
          <p:txBody>
            <a:bodyPr wrap="none" lIns="0" rIns="0" tIns="0" bIns="0" anchor="t">
              <a:noAutofit/>
            </a:bodyPr>
            <a:lstStyle/>
            <a:p>
              <a:pPr>
                <a:lnSpc>
                  <a:spcPct val="100000"/>
                </a:lnSpc>
                <a:spcBef>
                  <a:spcPts val="0"/>
                </a:spcBef>
                <a:spcAft>
                  <a:spcPts val="0"/>
                </a:spcAft>
              </a:pPr>
              <a:r>
                <a:rPr sz="2609" b="0">
                  <a:solidFill>
                    <a:srgbClr val="72665E"/>
                  </a:solidFill>
                  <a:latin typeface="Arial"/>
                </a:rPr>
                <a:t>A = +1.47    ·    rank 1/8</a:t>
              </a:r>
            </a:p>
          </p:txBody>
        </p:sp>
        <p:sp>
          <p:nvSpPr>
            <p:cNvPr id="28" name="terminology | Prompt: What are the lasting legacies of the Greek Empire?"/>
            <p:cNvSpPr txBox="1"/>
            <p:nvPr/>
          </p:nvSpPr>
          <p:spPr>
            <a:xfrm>
              <a:off x="1613707" y="2669816"/>
              <a:ext cx="8976956" cy="486870"/>
            </a:xfrm>
            <a:prstGeom prst="rect">
              <a:avLst/>
            </a:prstGeom>
            <a:noFill/>
            <a:effectLst/>
          </p:spPr>
          <p:txBody>
            <a:bodyPr wrap="none" lIns="0" rIns="0" tIns="0" bIns="0" anchor="t">
              <a:noAutofit/>
            </a:bodyPr>
            <a:lstStyle/>
            <a:p>
              <a:pPr>
                <a:lnSpc>
                  <a:spcPct val="100000"/>
                </a:lnSpc>
                <a:spcBef>
                  <a:spcPts val="0"/>
                </a:spcBef>
                <a:spcAft>
                  <a:spcPts val="0"/>
                </a:spcAft>
              </a:pPr>
              <a:r>
                <a:rPr sz="2643" b="0">
                  <a:solidFill>
                    <a:srgbClr val="72665E"/>
                  </a:solidFill>
                  <a:latin typeface="Arial"/>
                </a:rPr>
                <a:t>Prompt: What are the lasting legacies of the Greek Empire?</a:t>
              </a:r>
            </a:p>
          </p:txBody>
        </p:sp>
        <p:sp>
          <p:nvSpPr>
            <p:cNvPr id="29" name="terminology | The Greek Empire, or more accurately,"/>
            <p:cNvSpPr txBox="1"/>
            <p:nvPr/>
          </p:nvSpPr>
          <p:spPr>
            <a:xfrm>
              <a:off x="1613707" y="3773979"/>
              <a:ext cx="7557652" cy="691869"/>
            </a:xfrm>
            <a:prstGeom prst="rect">
              <a:avLst/>
            </a:prstGeom>
            <a:noFill/>
            <a:effectLst/>
          </p:spPr>
          <p:txBody>
            <a:bodyPr wrap="none" lIns="0" rIns="0" tIns="0" bIns="0" anchor="t">
              <a:noAutofit/>
            </a:bodyPr>
            <a:lstStyle/>
            <a:p>
              <a:pPr>
                <a:lnSpc>
                  <a:spcPct val="100000"/>
                </a:lnSpc>
                <a:spcBef>
                  <a:spcPts val="0"/>
                </a:spcBef>
                <a:spcAft>
                  <a:spcPts val="0"/>
                </a:spcAft>
              </a:pPr>
              <a:r>
                <a:rPr sz="3757" b="0">
                  <a:solidFill>
                    <a:srgbClr val="29231F"/>
                  </a:solidFill>
                  <a:latin typeface="Times New Roman"/>
                </a:rPr>
                <a:t>The Greek Empire, or more accurately,</a:t>
              </a:r>
            </a:p>
          </p:txBody>
        </p:sp>
        <p:sp>
          <p:nvSpPr>
            <p:cNvPr id="30" name="terminology | Ancient Greece, has left a lasting legacy"/>
            <p:cNvSpPr txBox="1"/>
            <p:nvPr/>
          </p:nvSpPr>
          <p:spPr>
            <a:xfrm>
              <a:off x="1613707" y="4480870"/>
              <a:ext cx="7786839" cy="691869"/>
            </a:xfrm>
            <a:prstGeom prst="rect">
              <a:avLst/>
            </a:prstGeom>
            <a:noFill/>
            <a:effectLst/>
          </p:spPr>
          <p:txBody>
            <a:bodyPr wrap="none" lIns="0" rIns="0" tIns="0" bIns="0" anchor="t">
              <a:noAutofit/>
            </a:bodyPr>
            <a:lstStyle/>
            <a:p>
              <a:pPr>
                <a:lnSpc>
                  <a:spcPct val="100000"/>
                </a:lnSpc>
                <a:spcBef>
                  <a:spcPts val="0"/>
                </a:spcBef>
                <a:spcAft>
                  <a:spcPts val="0"/>
                </a:spcAft>
              </a:pPr>
              <a:r>
                <a:rPr sz="3757" b="0">
                  <a:solidFill>
                    <a:srgbClr val="29231F"/>
                  </a:solidFill>
                  <a:latin typeface="Times New Roman"/>
                </a:rPr>
                <a:t>Ancient Greece, has left a lasting legacy</a:t>
              </a:r>
            </a:p>
          </p:txBody>
        </p:sp>
        <p:sp>
          <p:nvSpPr>
            <p:cNvPr id="31" name="terminology | in various aspects of our world today."/>
            <p:cNvSpPr txBox="1"/>
            <p:nvPr/>
          </p:nvSpPr>
          <p:spPr>
            <a:xfrm>
              <a:off x="1613707" y="5187760"/>
              <a:ext cx="7259433" cy="691869"/>
            </a:xfrm>
            <a:prstGeom prst="rect">
              <a:avLst/>
            </a:prstGeom>
            <a:noFill/>
            <a:effectLst/>
          </p:spPr>
          <p:txBody>
            <a:bodyPr wrap="none" lIns="0" rIns="0" tIns="0" bIns="0" anchor="t">
              <a:noAutofit/>
            </a:bodyPr>
            <a:lstStyle/>
            <a:p>
              <a:pPr>
                <a:lnSpc>
                  <a:spcPct val="100000"/>
                </a:lnSpc>
                <a:spcBef>
                  <a:spcPts val="0"/>
                </a:spcBef>
                <a:spcAft>
                  <a:spcPts val="0"/>
                </a:spcAft>
              </a:pPr>
              <a:r>
                <a:rPr sz="3757" b="0">
                  <a:solidFill>
                    <a:srgbClr val="29231F"/>
                  </a:solidFill>
                  <a:latin typeface="Times New Roman"/>
                </a:rPr>
                <a:t>in various aspects of our world today.</a:t>
              </a:r>
            </a:p>
          </p:txBody>
        </p:sp>
      </p:grpSp>
      <p:sp>
        <p:nvSpPr>
          <p:cNvPr id="33" name="CASE (a)  /  POSITIVE ADVANTAGE"/>
          <p:cNvSpPr txBox="1"/>
          <p:nvPr/>
        </p:nvSpPr>
        <p:spPr>
          <a:xfrm>
            <a:off x="564444" y="423333"/>
            <a:ext cx="11063111" cy="352777"/>
          </a:xfrm>
          <a:prstGeom prst="rect">
            <a:avLst/>
          </a:prstGeom>
          <a:noFill/>
          <a:effectLst/>
        </p:spPr>
        <p:txBody>
          <a:bodyPr wrap="none" lIns="0" rIns="0" tIns="0" bIns="0" anchor="t">
            <a:noAutofit/>
          </a:bodyPr>
          <a:lstStyle/>
          <a:p>
            <a:pPr>
              <a:lnSpc>
                <a:spcPct val="100000"/>
              </a:lnSpc>
              <a:spcBef>
                <a:spcPts val="0"/>
              </a:spcBef>
              <a:spcAft>
                <a:spcPts val="0"/>
              </a:spcAft>
            </a:pPr>
            <a:r>
              <a:rPr sz="1851" b="1">
                <a:solidFill>
                  <a:srgbClr val="9A4C30"/>
                </a:solidFill>
                <a:latin typeface="Arial"/>
              </a:rPr>
              <a:t>CASE (a)  /  POSITIVE ADVANTAGE</a:t>
            </a:r>
          </a:p>
        </p:txBody>
      </p:sp>
      <p:sp>
        <p:nvSpPr>
          <p:cNvPr id="34" name="VPO · Qwen3-14B-Base · λ = 4"/>
          <p:cNvSpPr txBox="1"/>
          <p:nvPr/>
        </p:nvSpPr>
        <p:spPr>
          <a:xfrm>
            <a:off x="564444" y="823148"/>
            <a:ext cx="11063111" cy="282222"/>
          </a:xfrm>
          <a:prstGeom prst="rect">
            <a:avLst/>
          </a:prstGeom>
          <a:noFill/>
          <a:effectLst/>
        </p:spPr>
        <p:txBody>
          <a:bodyPr wrap="none" lIns="0" rIns="0" tIns="0" bIns="0" anchor="t">
            <a:noAutofit/>
          </a:bodyPr>
          <a:lstStyle/>
          <a:p>
            <a:pPr>
              <a:lnSpc>
                <a:spcPct val="100000"/>
              </a:lnSpc>
              <a:spcBef>
                <a:spcPts val="0"/>
              </a:spcBef>
              <a:spcAft>
                <a:spcPts val="0"/>
              </a:spcAft>
            </a:pPr>
            <a:r>
              <a:rPr sz="1481" b="0">
                <a:solidFill>
                  <a:srgbClr val="72665E"/>
                </a:solidFill>
                <a:latin typeface="Arial"/>
              </a:rPr>
              <a:t>VPO · Qwen3-14B-Base · λ = 4</a:t>
            </a:r>
          </a:p>
        </p:txBody>
      </p:sp>
      <p:sp>
        <p:nvSpPr>
          <p:cNvPr id="35" name="Same saved token weights and shared square-root color scale as th"/>
          <p:cNvSpPr txBox="1"/>
          <p:nvPr/>
        </p:nvSpPr>
        <p:spPr>
          <a:xfrm>
            <a:off x="564444" y="7949259"/>
            <a:ext cx="11063111" cy="268111"/>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Same saved token weights and shared square-root color scale as the overview.</a:t>
            </a:r>
          </a:p>
        </p:txBody>
      </p:sp>
      <p:cxnSp>
        <p:nvCxnSpPr>
          <p:cNvPr id="36" name="Rule or legend tick 0"/>
          <p:cNvCxnSpPr/>
          <p:nvPr/>
        </p:nvCxnSpPr>
        <p:spPr>
          <a:xfrm>
            <a:off x="564444" y="6820370"/>
            <a:ext cx="0" cy="58796"/>
          </a:xfrm>
          <a:prstGeom prst="line">
            <a:avLst/>
          </a:prstGeom>
          <a:ln w="11759">
            <a:solidFill>
              <a:srgbClr val="72665E"/>
            </a:solidFill>
          </a:ln>
          <a:effectLst/>
        </p:spPr>
      </p:cxnSp>
      <p:cxnSp>
        <p:nvCxnSpPr>
          <p:cNvPr id="37" name="Rule or legend tick 1"/>
          <p:cNvCxnSpPr/>
          <p:nvPr/>
        </p:nvCxnSpPr>
        <p:spPr>
          <a:xfrm>
            <a:off x="1481385" y="6820370"/>
            <a:ext cx="0" cy="58796"/>
          </a:xfrm>
          <a:prstGeom prst="line">
            <a:avLst/>
          </a:prstGeom>
          <a:ln w="11759">
            <a:solidFill>
              <a:srgbClr val="72665E"/>
            </a:solidFill>
          </a:ln>
          <a:effectLst/>
        </p:spPr>
      </p:cxnSp>
      <p:cxnSp>
        <p:nvCxnSpPr>
          <p:cNvPr id="38" name="Rule or legend tick 2"/>
          <p:cNvCxnSpPr/>
          <p:nvPr/>
        </p:nvCxnSpPr>
        <p:spPr>
          <a:xfrm>
            <a:off x="2152632" y="6820370"/>
            <a:ext cx="0" cy="58796"/>
          </a:xfrm>
          <a:prstGeom prst="line">
            <a:avLst/>
          </a:prstGeom>
          <a:ln w="11759">
            <a:solidFill>
              <a:srgbClr val="72665E"/>
            </a:solidFill>
          </a:ln>
          <a:effectLst/>
        </p:spPr>
      </p:cxnSp>
      <p:cxnSp>
        <p:nvCxnSpPr>
          <p:cNvPr id="39" name="Rule or legend tick 3"/>
          <p:cNvCxnSpPr/>
          <p:nvPr/>
        </p:nvCxnSpPr>
        <p:spPr>
          <a:xfrm>
            <a:off x="2990441" y="6820370"/>
            <a:ext cx="0" cy="58796"/>
          </a:xfrm>
          <a:prstGeom prst="line">
            <a:avLst/>
          </a:prstGeom>
          <a:ln w="11759">
            <a:solidFill>
              <a:srgbClr val="72665E"/>
            </a:solidFill>
          </a:ln>
          <a:effectLst/>
        </p:spPr>
      </p:cxnSp>
      <p:cxnSp>
        <p:nvCxnSpPr>
          <p:cNvPr id="40" name="Rule or legend tick 4"/>
          <p:cNvCxnSpPr/>
          <p:nvPr/>
        </p:nvCxnSpPr>
        <p:spPr>
          <a:xfrm>
            <a:off x="4115740" y="6820370"/>
            <a:ext cx="0" cy="58796"/>
          </a:xfrm>
          <a:prstGeom prst="line">
            <a:avLst/>
          </a:prstGeom>
          <a:ln w="11759">
            <a:solidFill>
              <a:srgbClr val="72665E"/>
            </a:solidFill>
          </a:ln>
          <a:effectLst/>
        </p:spPr>
      </p:cxnSp>
      <p:sp>
        <p:nvSpPr>
          <p:cNvPr id="41" name="Legend color 001"/>
          <p:cNvSpPr/>
          <p:nvPr/>
        </p:nvSpPr>
        <p:spPr>
          <a:xfrm>
            <a:off x="564444" y="6655740"/>
            <a:ext cx="28097" cy="164629"/>
          </a:xfrm>
          <a:prstGeom prst="rect">
            <a:avLst/>
          </a:prstGeom>
          <a:solidFill>
            <a:srgbClr val="FCF8F2"/>
          </a:solidFill>
          <a:ln>
            <a:noFill/>
          </a:ln>
          <a:effectLst/>
        </p:spPr>
        <p:txBody>
          <a:bodyPr rtlCol="0" anchor="ctr"/>
          <a:lstStyle/>
          <a:p>
            <a:pPr algn="ctr"/>
          </a:p>
        </p:txBody>
      </p:sp>
      <p:sp>
        <p:nvSpPr>
          <p:cNvPr id="42" name="Legend color 002"/>
          <p:cNvSpPr/>
          <p:nvPr/>
        </p:nvSpPr>
        <p:spPr>
          <a:xfrm>
            <a:off x="592188" y="6655740"/>
            <a:ext cx="28097" cy="164629"/>
          </a:xfrm>
          <a:prstGeom prst="rect">
            <a:avLst/>
          </a:prstGeom>
          <a:solidFill>
            <a:srgbClr val="FCF7F1"/>
          </a:solidFill>
          <a:ln>
            <a:noFill/>
          </a:ln>
          <a:effectLst/>
        </p:spPr>
        <p:txBody>
          <a:bodyPr rtlCol="0" anchor="ctr"/>
          <a:lstStyle/>
          <a:p>
            <a:pPr algn="ctr"/>
          </a:p>
        </p:txBody>
      </p:sp>
      <p:sp>
        <p:nvSpPr>
          <p:cNvPr id="43" name="Legend color 003"/>
          <p:cNvSpPr/>
          <p:nvPr/>
        </p:nvSpPr>
        <p:spPr>
          <a:xfrm>
            <a:off x="619933" y="6655740"/>
            <a:ext cx="28097" cy="164629"/>
          </a:xfrm>
          <a:prstGeom prst="rect">
            <a:avLst/>
          </a:prstGeom>
          <a:solidFill>
            <a:srgbClr val="FCF6F0"/>
          </a:solidFill>
          <a:ln>
            <a:noFill/>
          </a:ln>
          <a:effectLst/>
        </p:spPr>
        <p:txBody>
          <a:bodyPr rtlCol="0" anchor="ctr"/>
          <a:lstStyle/>
          <a:p>
            <a:pPr algn="ctr"/>
          </a:p>
        </p:txBody>
      </p:sp>
      <p:sp>
        <p:nvSpPr>
          <p:cNvPr id="44" name="Legend color 004"/>
          <p:cNvSpPr/>
          <p:nvPr/>
        </p:nvSpPr>
        <p:spPr>
          <a:xfrm>
            <a:off x="647677" y="6655740"/>
            <a:ext cx="28097" cy="164629"/>
          </a:xfrm>
          <a:prstGeom prst="rect">
            <a:avLst/>
          </a:prstGeom>
          <a:solidFill>
            <a:srgbClr val="FBF6EF"/>
          </a:solidFill>
          <a:ln>
            <a:noFill/>
          </a:ln>
          <a:effectLst/>
        </p:spPr>
        <p:txBody>
          <a:bodyPr rtlCol="0" anchor="ctr"/>
          <a:lstStyle/>
          <a:p>
            <a:pPr algn="ctr"/>
          </a:p>
        </p:txBody>
      </p:sp>
      <p:sp>
        <p:nvSpPr>
          <p:cNvPr id="45" name="Legend color 005"/>
          <p:cNvSpPr/>
          <p:nvPr/>
        </p:nvSpPr>
        <p:spPr>
          <a:xfrm>
            <a:off x="675422" y="6655740"/>
            <a:ext cx="28097" cy="164629"/>
          </a:xfrm>
          <a:prstGeom prst="rect">
            <a:avLst/>
          </a:prstGeom>
          <a:solidFill>
            <a:srgbClr val="FBF5EE"/>
          </a:solidFill>
          <a:ln>
            <a:noFill/>
          </a:ln>
          <a:effectLst/>
        </p:spPr>
        <p:txBody>
          <a:bodyPr rtlCol="0" anchor="ctr"/>
          <a:lstStyle/>
          <a:p>
            <a:pPr algn="ctr"/>
          </a:p>
        </p:txBody>
      </p:sp>
      <p:sp>
        <p:nvSpPr>
          <p:cNvPr id="46" name="Legend color 006"/>
          <p:cNvSpPr/>
          <p:nvPr/>
        </p:nvSpPr>
        <p:spPr>
          <a:xfrm>
            <a:off x="703166" y="6655740"/>
            <a:ext cx="28097" cy="164629"/>
          </a:xfrm>
          <a:prstGeom prst="rect">
            <a:avLst/>
          </a:prstGeom>
          <a:solidFill>
            <a:srgbClr val="FBF5ED"/>
          </a:solidFill>
          <a:ln>
            <a:noFill/>
          </a:ln>
          <a:effectLst/>
        </p:spPr>
        <p:txBody>
          <a:bodyPr rtlCol="0" anchor="ctr"/>
          <a:lstStyle/>
          <a:p>
            <a:pPr algn="ctr"/>
          </a:p>
        </p:txBody>
      </p:sp>
      <p:sp>
        <p:nvSpPr>
          <p:cNvPr id="47" name="Legend color 007"/>
          <p:cNvSpPr/>
          <p:nvPr/>
        </p:nvSpPr>
        <p:spPr>
          <a:xfrm>
            <a:off x="730911" y="6655740"/>
            <a:ext cx="28097" cy="164629"/>
          </a:xfrm>
          <a:prstGeom prst="rect">
            <a:avLst/>
          </a:prstGeom>
          <a:solidFill>
            <a:srgbClr val="FBF4EC"/>
          </a:solidFill>
          <a:ln>
            <a:noFill/>
          </a:ln>
          <a:effectLst/>
        </p:spPr>
        <p:txBody>
          <a:bodyPr rtlCol="0" anchor="ctr"/>
          <a:lstStyle/>
          <a:p>
            <a:pPr algn="ctr"/>
          </a:p>
        </p:txBody>
      </p:sp>
      <p:sp>
        <p:nvSpPr>
          <p:cNvPr id="48" name="Legend color 008"/>
          <p:cNvSpPr/>
          <p:nvPr/>
        </p:nvSpPr>
        <p:spPr>
          <a:xfrm>
            <a:off x="758655" y="6655740"/>
            <a:ext cx="28097" cy="164629"/>
          </a:xfrm>
          <a:prstGeom prst="rect">
            <a:avLst/>
          </a:prstGeom>
          <a:solidFill>
            <a:srgbClr val="FBF3EB"/>
          </a:solidFill>
          <a:ln>
            <a:noFill/>
          </a:ln>
          <a:effectLst/>
        </p:spPr>
        <p:txBody>
          <a:bodyPr rtlCol="0" anchor="ctr"/>
          <a:lstStyle/>
          <a:p>
            <a:pPr algn="ctr"/>
          </a:p>
        </p:txBody>
      </p:sp>
      <p:sp>
        <p:nvSpPr>
          <p:cNvPr id="49" name="Legend color 009"/>
          <p:cNvSpPr/>
          <p:nvPr/>
        </p:nvSpPr>
        <p:spPr>
          <a:xfrm>
            <a:off x="786400" y="6655740"/>
            <a:ext cx="28097" cy="164629"/>
          </a:xfrm>
          <a:prstGeom prst="rect">
            <a:avLst/>
          </a:prstGeom>
          <a:solidFill>
            <a:srgbClr val="FAF3EA"/>
          </a:solidFill>
          <a:ln>
            <a:noFill/>
          </a:ln>
          <a:effectLst/>
        </p:spPr>
        <p:txBody>
          <a:bodyPr rtlCol="0" anchor="ctr"/>
          <a:lstStyle/>
          <a:p>
            <a:pPr algn="ctr"/>
          </a:p>
        </p:txBody>
      </p:sp>
      <p:sp>
        <p:nvSpPr>
          <p:cNvPr id="50" name="Legend color 010"/>
          <p:cNvSpPr/>
          <p:nvPr/>
        </p:nvSpPr>
        <p:spPr>
          <a:xfrm>
            <a:off x="814144" y="6655740"/>
            <a:ext cx="28097" cy="164629"/>
          </a:xfrm>
          <a:prstGeom prst="rect">
            <a:avLst/>
          </a:prstGeom>
          <a:solidFill>
            <a:srgbClr val="FAF2E9"/>
          </a:solidFill>
          <a:ln>
            <a:noFill/>
          </a:ln>
          <a:effectLst/>
        </p:spPr>
        <p:txBody>
          <a:bodyPr rtlCol="0" anchor="ctr"/>
          <a:lstStyle/>
          <a:p>
            <a:pPr algn="ctr"/>
          </a:p>
        </p:txBody>
      </p:sp>
      <p:sp>
        <p:nvSpPr>
          <p:cNvPr id="51" name="Legend color 011"/>
          <p:cNvSpPr/>
          <p:nvPr/>
        </p:nvSpPr>
        <p:spPr>
          <a:xfrm>
            <a:off x="841889" y="6655740"/>
            <a:ext cx="28097" cy="164629"/>
          </a:xfrm>
          <a:prstGeom prst="rect">
            <a:avLst/>
          </a:prstGeom>
          <a:solidFill>
            <a:srgbClr val="FAF1E8"/>
          </a:solidFill>
          <a:ln>
            <a:noFill/>
          </a:ln>
          <a:effectLst/>
        </p:spPr>
        <p:txBody>
          <a:bodyPr rtlCol="0" anchor="ctr"/>
          <a:lstStyle/>
          <a:p>
            <a:pPr algn="ctr"/>
          </a:p>
        </p:txBody>
      </p:sp>
      <p:sp>
        <p:nvSpPr>
          <p:cNvPr id="52" name="Legend color 012"/>
          <p:cNvSpPr/>
          <p:nvPr/>
        </p:nvSpPr>
        <p:spPr>
          <a:xfrm>
            <a:off x="869633" y="6655740"/>
            <a:ext cx="28097" cy="164629"/>
          </a:xfrm>
          <a:prstGeom prst="rect">
            <a:avLst/>
          </a:prstGeom>
          <a:solidFill>
            <a:srgbClr val="FAF1E7"/>
          </a:solidFill>
          <a:ln>
            <a:noFill/>
          </a:ln>
          <a:effectLst/>
        </p:spPr>
        <p:txBody>
          <a:bodyPr rtlCol="0" anchor="ctr"/>
          <a:lstStyle/>
          <a:p>
            <a:pPr algn="ctr"/>
          </a:p>
        </p:txBody>
      </p:sp>
      <p:sp>
        <p:nvSpPr>
          <p:cNvPr id="53" name="Legend color 013"/>
          <p:cNvSpPr/>
          <p:nvPr/>
        </p:nvSpPr>
        <p:spPr>
          <a:xfrm>
            <a:off x="897378" y="6655740"/>
            <a:ext cx="28097" cy="164629"/>
          </a:xfrm>
          <a:prstGeom prst="rect">
            <a:avLst/>
          </a:prstGeom>
          <a:solidFill>
            <a:srgbClr val="FAF0E6"/>
          </a:solidFill>
          <a:ln>
            <a:noFill/>
          </a:ln>
          <a:effectLst/>
        </p:spPr>
        <p:txBody>
          <a:bodyPr rtlCol="0" anchor="ctr"/>
          <a:lstStyle/>
          <a:p>
            <a:pPr algn="ctr"/>
          </a:p>
        </p:txBody>
      </p:sp>
      <p:sp>
        <p:nvSpPr>
          <p:cNvPr id="54" name="Legend color 014"/>
          <p:cNvSpPr/>
          <p:nvPr/>
        </p:nvSpPr>
        <p:spPr>
          <a:xfrm>
            <a:off x="925122" y="6655740"/>
            <a:ext cx="28097" cy="164629"/>
          </a:xfrm>
          <a:prstGeom prst="rect">
            <a:avLst/>
          </a:prstGeom>
          <a:solidFill>
            <a:srgbClr val="F9F0E5"/>
          </a:solidFill>
          <a:ln>
            <a:noFill/>
          </a:ln>
          <a:effectLst/>
        </p:spPr>
        <p:txBody>
          <a:bodyPr rtlCol="0" anchor="ctr"/>
          <a:lstStyle/>
          <a:p>
            <a:pPr algn="ctr"/>
          </a:p>
        </p:txBody>
      </p:sp>
      <p:sp>
        <p:nvSpPr>
          <p:cNvPr id="55" name="Legend color 015"/>
          <p:cNvSpPr/>
          <p:nvPr/>
        </p:nvSpPr>
        <p:spPr>
          <a:xfrm>
            <a:off x="952867" y="6655740"/>
            <a:ext cx="28097" cy="164629"/>
          </a:xfrm>
          <a:prstGeom prst="rect">
            <a:avLst/>
          </a:prstGeom>
          <a:solidFill>
            <a:srgbClr val="F9EFE4"/>
          </a:solidFill>
          <a:ln>
            <a:noFill/>
          </a:ln>
          <a:effectLst/>
        </p:spPr>
        <p:txBody>
          <a:bodyPr rtlCol="0" anchor="ctr"/>
          <a:lstStyle/>
          <a:p>
            <a:pPr algn="ctr"/>
          </a:p>
        </p:txBody>
      </p:sp>
      <p:sp>
        <p:nvSpPr>
          <p:cNvPr id="56" name="Legend color 016"/>
          <p:cNvSpPr/>
          <p:nvPr/>
        </p:nvSpPr>
        <p:spPr>
          <a:xfrm>
            <a:off x="980611" y="6655740"/>
            <a:ext cx="28097" cy="164629"/>
          </a:xfrm>
          <a:prstGeom prst="rect">
            <a:avLst/>
          </a:prstGeom>
          <a:solidFill>
            <a:srgbClr val="F9EEE3"/>
          </a:solidFill>
          <a:ln>
            <a:noFill/>
          </a:ln>
          <a:effectLst/>
        </p:spPr>
        <p:txBody>
          <a:bodyPr rtlCol="0" anchor="ctr"/>
          <a:lstStyle/>
          <a:p>
            <a:pPr algn="ctr"/>
          </a:p>
        </p:txBody>
      </p:sp>
      <p:sp>
        <p:nvSpPr>
          <p:cNvPr id="57" name="Legend color 017"/>
          <p:cNvSpPr/>
          <p:nvPr/>
        </p:nvSpPr>
        <p:spPr>
          <a:xfrm>
            <a:off x="1008356" y="6655740"/>
            <a:ext cx="28097" cy="164629"/>
          </a:xfrm>
          <a:prstGeom prst="rect">
            <a:avLst/>
          </a:prstGeom>
          <a:solidFill>
            <a:srgbClr val="F9EEE2"/>
          </a:solidFill>
          <a:ln>
            <a:noFill/>
          </a:ln>
          <a:effectLst/>
        </p:spPr>
        <p:txBody>
          <a:bodyPr rtlCol="0" anchor="ctr"/>
          <a:lstStyle/>
          <a:p>
            <a:pPr algn="ctr"/>
          </a:p>
        </p:txBody>
      </p:sp>
      <p:sp>
        <p:nvSpPr>
          <p:cNvPr id="58" name="Legend color 018"/>
          <p:cNvSpPr/>
          <p:nvPr/>
        </p:nvSpPr>
        <p:spPr>
          <a:xfrm>
            <a:off x="1036100" y="6655740"/>
            <a:ext cx="28097" cy="164629"/>
          </a:xfrm>
          <a:prstGeom prst="rect">
            <a:avLst/>
          </a:prstGeom>
          <a:solidFill>
            <a:srgbClr val="F9EDE1"/>
          </a:solidFill>
          <a:ln>
            <a:noFill/>
          </a:ln>
          <a:effectLst/>
        </p:spPr>
        <p:txBody>
          <a:bodyPr rtlCol="0" anchor="ctr"/>
          <a:lstStyle/>
          <a:p>
            <a:pPr algn="ctr"/>
          </a:p>
        </p:txBody>
      </p:sp>
      <p:sp>
        <p:nvSpPr>
          <p:cNvPr id="59" name="Legend color 019"/>
          <p:cNvSpPr/>
          <p:nvPr/>
        </p:nvSpPr>
        <p:spPr>
          <a:xfrm>
            <a:off x="1063845" y="6655740"/>
            <a:ext cx="28097" cy="164629"/>
          </a:xfrm>
          <a:prstGeom prst="rect">
            <a:avLst/>
          </a:prstGeom>
          <a:solidFill>
            <a:srgbClr val="F8ECE0"/>
          </a:solidFill>
          <a:ln>
            <a:noFill/>
          </a:ln>
          <a:effectLst/>
        </p:spPr>
        <p:txBody>
          <a:bodyPr rtlCol="0" anchor="ctr"/>
          <a:lstStyle/>
          <a:p>
            <a:pPr algn="ctr"/>
          </a:p>
        </p:txBody>
      </p:sp>
      <p:sp>
        <p:nvSpPr>
          <p:cNvPr id="60" name="Legend color 020"/>
          <p:cNvSpPr/>
          <p:nvPr/>
        </p:nvSpPr>
        <p:spPr>
          <a:xfrm>
            <a:off x="1091589" y="6655740"/>
            <a:ext cx="28097" cy="164629"/>
          </a:xfrm>
          <a:prstGeom prst="rect">
            <a:avLst/>
          </a:prstGeom>
          <a:solidFill>
            <a:srgbClr val="F8ECDF"/>
          </a:solidFill>
          <a:ln>
            <a:noFill/>
          </a:ln>
          <a:effectLst/>
        </p:spPr>
        <p:txBody>
          <a:bodyPr rtlCol="0" anchor="ctr"/>
          <a:lstStyle/>
          <a:p>
            <a:pPr algn="ctr"/>
          </a:p>
        </p:txBody>
      </p:sp>
      <p:sp>
        <p:nvSpPr>
          <p:cNvPr id="61" name="Legend color 021"/>
          <p:cNvSpPr/>
          <p:nvPr/>
        </p:nvSpPr>
        <p:spPr>
          <a:xfrm>
            <a:off x="1119334" y="6655740"/>
            <a:ext cx="28097" cy="164629"/>
          </a:xfrm>
          <a:prstGeom prst="rect">
            <a:avLst/>
          </a:prstGeom>
          <a:solidFill>
            <a:srgbClr val="F8EBDE"/>
          </a:solidFill>
          <a:ln>
            <a:noFill/>
          </a:ln>
          <a:effectLst/>
        </p:spPr>
        <p:txBody>
          <a:bodyPr rtlCol="0" anchor="ctr"/>
          <a:lstStyle/>
          <a:p>
            <a:pPr algn="ctr"/>
          </a:p>
        </p:txBody>
      </p:sp>
      <p:sp>
        <p:nvSpPr>
          <p:cNvPr id="62" name="Legend color 022"/>
          <p:cNvSpPr/>
          <p:nvPr/>
        </p:nvSpPr>
        <p:spPr>
          <a:xfrm>
            <a:off x="1147078" y="6655740"/>
            <a:ext cx="28097" cy="164629"/>
          </a:xfrm>
          <a:prstGeom prst="rect">
            <a:avLst/>
          </a:prstGeom>
          <a:solidFill>
            <a:srgbClr val="F8EBDD"/>
          </a:solidFill>
          <a:ln>
            <a:noFill/>
          </a:ln>
          <a:effectLst/>
        </p:spPr>
        <p:txBody>
          <a:bodyPr rtlCol="0" anchor="ctr"/>
          <a:lstStyle/>
          <a:p>
            <a:pPr algn="ctr"/>
          </a:p>
        </p:txBody>
      </p:sp>
      <p:sp>
        <p:nvSpPr>
          <p:cNvPr id="63" name="Legend color 023"/>
          <p:cNvSpPr/>
          <p:nvPr/>
        </p:nvSpPr>
        <p:spPr>
          <a:xfrm>
            <a:off x="1174823" y="6655740"/>
            <a:ext cx="28097" cy="164629"/>
          </a:xfrm>
          <a:prstGeom prst="rect">
            <a:avLst/>
          </a:prstGeom>
          <a:solidFill>
            <a:srgbClr val="F8EADC"/>
          </a:solidFill>
          <a:ln>
            <a:noFill/>
          </a:ln>
          <a:effectLst/>
        </p:spPr>
        <p:txBody>
          <a:bodyPr rtlCol="0" anchor="ctr"/>
          <a:lstStyle/>
          <a:p>
            <a:pPr algn="ctr"/>
          </a:p>
        </p:txBody>
      </p:sp>
      <p:sp>
        <p:nvSpPr>
          <p:cNvPr id="64" name="Legend color 024"/>
          <p:cNvSpPr/>
          <p:nvPr/>
        </p:nvSpPr>
        <p:spPr>
          <a:xfrm>
            <a:off x="1202567" y="6655740"/>
            <a:ext cx="28097" cy="164629"/>
          </a:xfrm>
          <a:prstGeom prst="rect">
            <a:avLst/>
          </a:prstGeom>
          <a:solidFill>
            <a:srgbClr val="F7E9DB"/>
          </a:solidFill>
          <a:ln>
            <a:noFill/>
          </a:ln>
          <a:effectLst/>
        </p:spPr>
        <p:txBody>
          <a:bodyPr rtlCol="0" anchor="ctr"/>
          <a:lstStyle/>
          <a:p>
            <a:pPr algn="ctr"/>
          </a:p>
        </p:txBody>
      </p:sp>
      <p:sp>
        <p:nvSpPr>
          <p:cNvPr id="65" name="Legend color 025"/>
          <p:cNvSpPr/>
          <p:nvPr/>
        </p:nvSpPr>
        <p:spPr>
          <a:xfrm>
            <a:off x="1230312" y="6655740"/>
            <a:ext cx="28097" cy="164629"/>
          </a:xfrm>
          <a:prstGeom prst="rect">
            <a:avLst/>
          </a:prstGeom>
          <a:solidFill>
            <a:srgbClr val="F7E9DA"/>
          </a:solidFill>
          <a:ln>
            <a:noFill/>
          </a:ln>
          <a:effectLst/>
        </p:spPr>
        <p:txBody>
          <a:bodyPr rtlCol="0" anchor="ctr"/>
          <a:lstStyle/>
          <a:p>
            <a:pPr algn="ctr"/>
          </a:p>
        </p:txBody>
      </p:sp>
      <p:sp>
        <p:nvSpPr>
          <p:cNvPr id="66" name="Legend color 026"/>
          <p:cNvSpPr/>
          <p:nvPr/>
        </p:nvSpPr>
        <p:spPr>
          <a:xfrm>
            <a:off x="1258057" y="6655740"/>
            <a:ext cx="28097" cy="164629"/>
          </a:xfrm>
          <a:prstGeom prst="rect">
            <a:avLst/>
          </a:prstGeom>
          <a:solidFill>
            <a:srgbClr val="F7E8D9"/>
          </a:solidFill>
          <a:ln>
            <a:noFill/>
          </a:ln>
          <a:effectLst/>
        </p:spPr>
        <p:txBody>
          <a:bodyPr rtlCol="0" anchor="ctr"/>
          <a:lstStyle/>
          <a:p>
            <a:pPr algn="ctr"/>
          </a:p>
        </p:txBody>
      </p:sp>
      <p:sp>
        <p:nvSpPr>
          <p:cNvPr id="67" name="Legend color 027"/>
          <p:cNvSpPr/>
          <p:nvPr/>
        </p:nvSpPr>
        <p:spPr>
          <a:xfrm>
            <a:off x="1285801" y="6655740"/>
            <a:ext cx="28097" cy="164629"/>
          </a:xfrm>
          <a:prstGeom prst="rect">
            <a:avLst/>
          </a:prstGeom>
          <a:solidFill>
            <a:srgbClr val="F7E7D8"/>
          </a:solidFill>
          <a:ln>
            <a:noFill/>
          </a:ln>
          <a:effectLst/>
        </p:spPr>
        <p:txBody>
          <a:bodyPr rtlCol="0" anchor="ctr"/>
          <a:lstStyle/>
          <a:p>
            <a:pPr algn="ctr"/>
          </a:p>
        </p:txBody>
      </p:sp>
      <p:sp>
        <p:nvSpPr>
          <p:cNvPr id="68" name="Legend color 028"/>
          <p:cNvSpPr/>
          <p:nvPr/>
        </p:nvSpPr>
        <p:spPr>
          <a:xfrm>
            <a:off x="1313546" y="6655740"/>
            <a:ext cx="28097" cy="164629"/>
          </a:xfrm>
          <a:prstGeom prst="rect">
            <a:avLst/>
          </a:prstGeom>
          <a:solidFill>
            <a:srgbClr val="F7E6D6"/>
          </a:solidFill>
          <a:ln>
            <a:noFill/>
          </a:ln>
          <a:effectLst/>
        </p:spPr>
        <p:txBody>
          <a:bodyPr rtlCol="0" anchor="ctr"/>
          <a:lstStyle/>
          <a:p>
            <a:pPr algn="ctr"/>
          </a:p>
        </p:txBody>
      </p:sp>
      <p:sp>
        <p:nvSpPr>
          <p:cNvPr id="69" name="Legend color 029"/>
          <p:cNvSpPr/>
          <p:nvPr/>
        </p:nvSpPr>
        <p:spPr>
          <a:xfrm>
            <a:off x="1341290" y="6655740"/>
            <a:ext cx="28097" cy="164629"/>
          </a:xfrm>
          <a:prstGeom prst="rect">
            <a:avLst/>
          </a:prstGeom>
          <a:solidFill>
            <a:srgbClr val="F6E5D5"/>
          </a:solidFill>
          <a:ln>
            <a:noFill/>
          </a:ln>
          <a:effectLst/>
        </p:spPr>
        <p:txBody>
          <a:bodyPr rtlCol="0" anchor="ctr"/>
          <a:lstStyle/>
          <a:p>
            <a:pPr algn="ctr"/>
          </a:p>
        </p:txBody>
      </p:sp>
      <p:sp>
        <p:nvSpPr>
          <p:cNvPr id="70" name="Legend color 030"/>
          <p:cNvSpPr/>
          <p:nvPr/>
        </p:nvSpPr>
        <p:spPr>
          <a:xfrm>
            <a:off x="1369035" y="6655740"/>
            <a:ext cx="28097" cy="164629"/>
          </a:xfrm>
          <a:prstGeom prst="rect">
            <a:avLst/>
          </a:prstGeom>
          <a:solidFill>
            <a:srgbClr val="F6E4D4"/>
          </a:solidFill>
          <a:ln>
            <a:noFill/>
          </a:ln>
          <a:effectLst/>
        </p:spPr>
        <p:txBody>
          <a:bodyPr rtlCol="0" anchor="ctr"/>
          <a:lstStyle/>
          <a:p>
            <a:pPr algn="ctr"/>
          </a:p>
        </p:txBody>
      </p:sp>
      <p:sp>
        <p:nvSpPr>
          <p:cNvPr id="71" name="Legend color 031"/>
          <p:cNvSpPr/>
          <p:nvPr/>
        </p:nvSpPr>
        <p:spPr>
          <a:xfrm>
            <a:off x="1396779" y="6655740"/>
            <a:ext cx="28097" cy="164629"/>
          </a:xfrm>
          <a:prstGeom prst="rect">
            <a:avLst/>
          </a:prstGeom>
          <a:solidFill>
            <a:srgbClr val="F6E4D2"/>
          </a:solidFill>
          <a:ln>
            <a:noFill/>
          </a:ln>
          <a:effectLst/>
        </p:spPr>
        <p:txBody>
          <a:bodyPr rtlCol="0" anchor="ctr"/>
          <a:lstStyle/>
          <a:p>
            <a:pPr algn="ctr"/>
          </a:p>
        </p:txBody>
      </p:sp>
      <p:sp>
        <p:nvSpPr>
          <p:cNvPr id="72" name="Legend color 032"/>
          <p:cNvSpPr/>
          <p:nvPr/>
        </p:nvSpPr>
        <p:spPr>
          <a:xfrm>
            <a:off x="1424524" y="6655740"/>
            <a:ext cx="28097" cy="164629"/>
          </a:xfrm>
          <a:prstGeom prst="rect">
            <a:avLst/>
          </a:prstGeom>
          <a:solidFill>
            <a:srgbClr val="F6E3D1"/>
          </a:solidFill>
          <a:ln>
            <a:noFill/>
          </a:ln>
          <a:effectLst/>
        </p:spPr>
        <p:txBody>
          <a:bodyPr rtlCol="0" anchor="ctr"/>
          <a:lstStyle/>
          <a:p>
            <a:pPr algn="ctr"/>
          </a:p>
        </p:txBody>
      </p:sp>
      <p:sp>
        <p:nvSpPr>
          <p:cNvPr id="73" name="Legend color 033"/>
          <p:cNvSpPr/>
          <p:nvPr/>
        </p:nvSpPr>
        <p:spPr>
          <a:xfrm>
            <a:off x="1452268" y="6655740"/>
            <a:ext cx="28097" cy="164629"/>
          </a:xfrm>
          <a:prstGeom prst="rect">
            <a:avLst/>
          </a:prstGeom>
          <a:solidFill>
            <a:srgbClr val="F5E2D0"/>
          </a:solidFill>
          <a:ln>
            <a:noFill/>
          </a:ln>
          <a:effectLst/>
        </p:spPr>
        <p:txBody>
          <a:bodyPr rtlCol="0" anchor="ctr"/>
          <a:lstStyle/>
          <a:p>
            <a:pPr algn="ctr"/>
          </a:p>
        </p:txBody>
      </p:sp>
      <p:sp>
        <p:nvSpPr>
          <p:cNvPr id="74" name="Legend color 034"/>
          <p:cNvSpPr/>
          <p:nvPr/>
        </p:nvSpPr>
        <p:spPr>
          <a:xfrm>
            <a:off x="1480013" y="6655740"/>
            <a:ext cx="28097" cy="164629"/>
          </a:xfrm>
          <a:prstGeom prst="rect">
            <a:avLst/>
          </a:prstGeom>
          <a:solidFill>
            <a:srgbClr val="F5E1CE"/>
          </a:solidFill>
          <a:ln>
            <a:noFill/>
          </a:ln>
          <a:effectLst/>
        </p:spPr>
        <p:txBody>
          <a:bodyPr rtlCol="0" anchor="ctr"/>
          <a:lstStyle/>
          <a:p>
            <a:pPr algn="ctr"/>
          </a:p>
        </p:txBody>
      </p:sp>
      <p:sp>
        <p:nvSpPr>
          <p:cNvPr id="75" name="Legend color 035"/>
          <p:cNvSpPr/>
          <p:nvPr/>
        </p:nvSpPr>
        <p:spPr>
          <a:xfrm>
            <a:off x="1507757" y="6655740"/>
            <a:ext cx="28097" cy="164629"/>
          </a:xfrm>
          <a:prstGeom prst="rect">
            <a:avLst/>
          </a:prstGeom>
          <a:solidFill>
            <a:srgbClr val="F5E0CD"/>
          </a:solidFill>
          <a:ln>
            <a:noFill/>
          </a:ln>
          <a:effectLst/>
        </p:spPr>
        <p:txBody>
          <a:bodyPr rtlCol="0" anchor="ctr"/>
          <a:lstStyle/>
          <a:p>
            <a:pPr algn="ctr"/>
          </a:p>
        </p:txBody>
      </p:sp>
      <p:sp>
        <p:nvSpPr>
          <p:cNvPr id="76" name="Legend color 036"/>
          <p:cNvSpPr/>
          <p:nvPr/>
        </p:nvSpPr>
        <p:spPr>
          <a:xfrm>
            <a:off x="1535502" y="6655740"/>
            <a:ext cx="28097" cy="164629"/>
          </a:xfrm>
          <a:prstGeom prst="rect">
            <a:avLst/>
          </a:prstGeom>
          <a:solidFill>
            <a:srgbClr val="F5DFCC"/>
          </a:solidFill>
          <a:ln>
            <a:noFill/>
          </a:ln>
          <a:effectLst/>
        </p:spPr>
        <p:txBody>
          <a:bodyPr rtlCol="0" anchor="ctr"/>
          <a:lstStyle/>
          <a:p>
            <a:pPr algn="ctr"/>
          </a:p>
        </p:txBody>
      </p:sp>
      <p:sp>
        <p:nvSpPr>
          <p:cNvPr id="77" name="Legend color 037"/>
          <p:cNvSpPr/>
          <p:nvPr/>
        </p:nvSpPr>
        <p:spPr>
          <a:xfrm>
            <a:off x="1563246" y="6655740"/>
            <a:ext cx="28097" cy="164629"/>
          </a:xfrm>
          <a:prstGeom prst="rect">
            <a:avLst/>
          </a:prstGeom>
          <a:solidFill>
            <a:srgbClr val="F4DECA"/>
          </a:solidFill>
          <a:ln>
            <a:noFill/>
          </a:ln>
          <a:effectLst/>
        </p:spPr>
        <p:txBody>
          <a:bodyPr rtlCol="0" anchor="ctr"/>
          <a:lstStyle/>
          <a:p>
            <a:pPr algn="ctr"/>
          </a:p>
        </p:txBody>
      </p:sp>
      <p:sp>
        <p:nvSpPr>
          <p:cNvPr id="78" name="Legend color 038"/>
          <p:cNvSpPr/>
          <p:nvPr/>
        </p:nvSpPr>
        <p:spPr>
          <a:xfrm>
            <a:off x="1590991" y="6655740"/>
            <a:ext cx="28097" cy="164629"/>
          </a:xfrm>
          <a:prstGeom prst="rect">
            <a:avLst/>
          </a:prstGeom>
          <a:solidFill>
            <a:srgbClr val="F4DDC9"/>
          </a:solidFill>
          <a:ln>
            <a:noFill/>
          </a:ln>
          <a:effectLst/>
        </p:spPr>
        <p:txBody>
          <a:bodyPr rtlCol="0" anchor="ctr"/>
          <a:lstStyle/>
          <a:p>
            <a:pPr algn="ctr"/>
          </a:p>
        </p:txBody>
      </p:sp>
      <p:sp>
        <p:nvSpPr>
          <p:cNvPr id="79" name="Legend color 039"/>
          <p:cNvSpPr/>
          <p:nvPr/>
        </p:nvSpPr>
        <p:spPr>
          <a:xfrm>
            <a:off x="1618735" y="6655740"/>
            <a:ext cx="28097" cy="164629"/>
          </a:xfrm>
          <a:prstGeom prst="rect">
            <a:avLst/>
          </a:prstGeom>
          <a:solidFill>
            <a:srgbClr val="F4DCC8"/>
          </a:solidFill>
          <a:ln>
            <a:noFill/>
          </a:ln>
          <a:effectLst/>
        </p:spPr>
        <p:txBody>
          <a:bodyPr rtlCol="0" anchor="ctr"/>
          <a:lstStyle/>
          <a:p>
            <a:pPr algn="ctr"/>
          </a:p>
        </p:txBody>
      </p:sp>
      <p:sp>
        <p:nvSpPr>
          <p:cNvPr id="80" name="Legend color 040"/>
          <p:cNvSpPr/>
          <p:nvPr/>
        </p:nvSpPr>
        <p:spPr>
          <a:xfrm>
            <a:off x="1646480" y="6655740"/>
            <a:ext cx="28097" cy="164629"/>
          </a:xfrm>
          <a:prstGeom prst="rect">
            <a:avLst/>
          </a:prstGeom>
          <a:solidFill>
            <a:srgbClr val="F4DBC6"/>
          </a:solidFill>
          <a:ln>
            <a:noFill/>
          </a:ln>
          <a:effectLst/>
        </p:spPr>
        <p:txBody>
          <a:bodyPr rtlCol="0" anchor="ctr"/>
          <a:lstStyle/>
          <a:p>
            <a:pPr algn="ctr"/>
          </a:p>
        </p:txBody>
      </p:sp>
      <p:sp>
        <p:nvSpPr>
          <p:cNvPr id="81" name="Legend color 041"/>
          <p:cNvSpPr/>
          <p:nvPr/>
        </p:nvSpPr>
        <p:spPr>
          <a:xfrm>
            <a:off x="1674224" y="6655740"/>
            <a:ext cx="28097" cy="164629"/>
          </a:xfrm>
          <a:prstGeom prst="rect">
            <a:avLst/>
          </a:prstGeom>
          <a:solidFill>
            <a:srgbClr val="F3DBC5"/>
          </a:solidFill>
          <a:ln>
            <a:noFill/>
          </a:ln>
          <a:effectLst/>
        </p:spPr>
        <p:txBody>
          <a:bodyPr rtlCol="0" anchor="ctr"/>
          <a:lstStyle/>
          <a:p>
            <a:pPr algn="ctr"/>
          </a:p>
        </p:txBody>
      </p:sp>
      <p:sp>
        <p:nvSpPr>
          <p:cNvPr id="82" name="Legend color 042"/>
          <p:cNvSpPr/>
          <p:nvPr/>
        </p:nvSpPr>
        <p:spPr>
          <a:xfrm>
            <a:off x="1701969" y="6655740"/>
            <a:ext cx="28097" cy="164629"/>
          </a:xfrm>
          <a:prstGeom prst="rect">
            <a:avLst/>
          </a:prstGeom>
          <a:solidFill>
            <a:srgbClr val="F3DAC4"/>
          </a:solidFill>
          <a:ln>
            <a:noFill/>
          </a:ln>
          <a:effectLst/>
        </p:spPr>
        <p:txBody>
          <a:bodyPr rtlCol="0" anchor="ctr"/>
          <a:lstStyle/>
          <a:p>
            <a:pPr algn="ctr"/>
          </a:p>
        </p:txBody>
      </p:sp>
      <p:sp>
        <p:nvSpPr>
          <p:cNvPr id="83" name="Legend color 043"/>
          <p:cNvSpPr/>
          <p:nvPr/>
        </p:nvSpPr>
        <p:spPr>
          <a:xfrm>
            <a:off x="1729713" y="6655740"/>
            <a:ext cx="28097" cy="164629"/>
          </a:xfrm>
          <a:prstGeom prst="rect">
            <a:avLst/>
          </a:prstGeom>
          <a:solidFill>
            <a:srgbClr val="F3D9C2"/>
          </a:solidFill>
          <a:ln>
            <a:noFill/>
          </a:ln>
          <a:effectLst/>
        </p:spPr>
        <p:txBody>
          <a:bodyPr rtlCol="0" anchor="ctr"/>
          <a:lstStyle/>
          <a:p>
            <a:pPr algn="ctr"/>
          </a:p>
        </p:txBody>
      </p:sp>
      <p:sp>
        <p:nvSpPr>
          <p:cNvPr id="84" name="Legend color 044"/>
          <p:cNvSpPr/>
          <p:nvPr/>
        </p:nvSpPr>
        <p:spPr>
          <a:xfrm>
            <a:off x="1757458" y="6655740"/>
            <a:ext cx="28097" cy="164629"/>
          </a:xfrm>
          <a:prstGeom prst="rect">
            <a:avLst/>
          </a:prstGeom>
          <a:solidFill>
            <a:srgbClr val="F3D8C1"/>
          </a:solidFill>
          <a:ln>
            <a:noFill/>
          </a:ln>
          <a:effectLst/>
        </p:spPr>
        <p:txBody>
          <a:bodyPr rtlCol="0" anchor="ctr"/>
          <a:lstStyle/>
          <a:p>
            <a:pPr algn="ctr"/>
          </a:p>
        </p:txBody>
      </p:sp>
      <p:sp>
        <p:nvSpPr>
          <p:cNvPr id="85" name="Legend color 045"/>
          <p:cNvSpPr/>
          <p:nvPr/>
        </p:nvSpPr>
        <p:spPr>
          <a:xfrm>
            <a:off x="1785202" y="6655740"/>
            <a:ext cx="28097" cy="164629"/>
          </a:xfrm>
          <a:prstGeom prst="rect">
            <a:avLst/>
          </a:prstGeom>
          <a:solidFill>
            <a:srgbClr val="F3D7C0"/>
          </a:solidFill>
          <a:ln>
            <a:noFill/>
          </a:ln>
          <a:effectLst/>
        </p:spPr>
        <p:txBody>
          <a:bodyPr rtlCol="0" anchor="ctr"/>
          <a:lstStyle/>
          <a:p>
            <a:pPr algn="ctr"/>
          </a:p>
        </p:txBody>
      </p:sp>
      <p:sp>
        <p:nvSpPr>
          <p:cNvPr id="86" name="Legend color 046"/>
          <p:cNvSpPr/>
          <p:nvPr/>
        </p:nvSpPr>
        <p:spPr>
          <a:xfrm>
            <a:off x="1812947" y="6655740"/>
            <a:ext cx="28097" cy="164629"/>
          </a:xfrm>
          <a:prstGeom prst="rect">
            <a:avLst/>
          </a:prstGeom>
          <a:solidFill>
            <a:srgbClr val="F2D6BF"/>
          </a:solidFill>
          <a:ln>
            <a:noFill/>
          </a:ln>
          <a:effectLst/>
        </p:spPr>
        <p:txBody>
          <a:bodyPr rtlCol="0" anchor="ctr"/>
          <a:lstStyle/>
          <a:p>
            <a:pPr algn="ctr"/>
          </a:p>
        </p:txBody>
      </p:sp>
      <p:sp>
        <p:nvSpPr>
          <p:cNvPr id="87" name="Legend color 047"/>
          <p:cNvSpPr/>
          <p:nvPr/>
        </p:nvSpPr>
        <p:spPr>
          <a:xfrm>
            <a:off x="1840691" y="6655740"/>
            <a:ext cx="28097" cy="164629"/>
          </a:xfrm>
          <a:prstGeom prst="rect">
            <a:avLst/>
          </a:prstGeom>
          <a:solidFill>
            <a:srgbClr val="F2D5BD"/>
          </a:solidFill>
          <a:ln>
            <a:noFill/>
          </a:ln>
          <a:effectLst/>
        </p:spPr>
        <p:txBody>
          <a:bodyPr rtlCol="0" anchor="ctr"/>
          <a:lstStyle/>
          <a:p>
            <a:pPr algn="ctr"/>
          </a:p>
        </p:txBody>
      </p:sp>
      <p:sp>
        <p:nvSpPr>
          <p:cNvPr id="88" name="Legend color 048"/>
          <p:cNvSpPr/>
          <p:nvPr/>
        </p:nvSpPr>
        <p:spPr>
          <a:xfrm>
            <a:off x="1868436" y="6655740"/>
            <a:ext cx="28097" cy="164629"/>
          </a:xfrm>
          <a:prstGeom prst="rect">
            <a:avLst/>
          </a:prstGeom>
          <a:solidFill>
            <a:srgbClr val="F2D4BC"/>
          </a:solidFill>
          <a:ln>
            <a:noFill/>
          </a:ln>
          <a:effectLst/>
        </p:spPr>
        <p:txBody>
          <a:bodyPr rtlCol="0" anchor="ctr"/>
          <a:lstStyle/>
          <a:p>
            <a:pPr algn="ctr"/>
          </a:p>
        </p:txBody>
      </p:sp>
      <p:sp>
        <p:nvSpPr>
          <p:cNvPr id="89" name="Legend color 049"/>
          <p:cNvSpPr/>
          <p:nvPr/>
        </p:nvSpPr>
        <p:spPr>
          <a:xfrm>
            <a:off x="1896180" y="6655740"/>
            <a:ext cx="28097" cy="164629"/>
          </a:xfrm>
          <a:prstGeom prst="rect">
            <a:avLst/>
          </a:prstGeom>
          <a:solidFill>
            <a:srgbClr val="F2D3BB"/>
          </a:solidFill>
          <a:ln>
            <a:noFill/>
          </a:ln>
          <a:effectLst/>
        </p:spPr>
        <p:txBody>
          <a:bodyPr rtlCol="0" anchor="ctr"/>
          <a:lstStyle/>
          <a:p>
            <a:pPr algn="ctr"/>
          </a:p>
        </p:txBody>
      </p:sp>
      <p:sp>
        <p:nvSpPr>
          <p:cNvPr id="90" name="Legend color 050"/>
          <p:cNvSpPr/>
          <p:nvPr/>
        </p:nvSpPr>
        <p:spPr>
          <a:xfrm>
            <a:off x="1923925" y="6655740"/>
            <a:ext cx="28097" cy="164629"/>
          </a:xfrm>
          <a:prstGeom prst="rect">
            <a:avLst/>
          </a:prstGeom>
          <a:solidFill>
            <a:srgbClr val="F1D2B9"/>
          </a:solidFill>
          <a:ln>
            <a:noFill/>
          </a:ln>
          <a:effectLst/>
        </p:spPr>
        <p:txBody>
          <a:bodyPr rtlCol="0" anchor="ctr"/>
          <a:lstStyle/>
          <a:p>
            <a:pPr algn="ctr"/>
          </a:p>
        </p:txBody>
      </p:sp>
      <p:sp>
        <p:nvSpPr>
          <p:cNvPr id="91" name="Legend color 051"/>
          <p:cNvSpPr/>
          <p:nvPr/>
        </p:nvSpPr>
        <p:spPr>
          <a:xfrm>
            <a:off x="1951669" y="6655740"/>
            <a:ext cx="28097" cy="164629"/>
          </a:xfrm>
          <a:prstGeom prst="rect">
            <a:avLst/>
          </a:prstGeom>
          <a:solidFill>
            <a:srgbClr val="F1D2B8"/>
          </a:solidFill>
          <a:ln>
            <a:noFill/>
          </a:ln>
          <a:effectLst/>
        </p:spPr>
        <p:txBody>
          <a:bodyPr rtlCol="0" anchor="ctr"/>
          <a:lstStyle/>
          <a:p>
            <a:pPr algn="ctr"/>
          </a:p>
        </p:txBody>
      </p:sp>
      <p:sp>
        <p:nvSpPr>
          <p:cNvPr id="92" name="Legend color 052"/>
          <p:cNvSpPr/>
          <p:nvPr/>
        </p:nvSpPr>
        <p:spPr>
          <a:xfrm>
            <a:off x="1979414" y="6655740"/>
            <a:ext cx="28097" cy="164629"/>
          </a:xfrm>
          <a:prstGeom prst="rect">
            <a:avLst/>
          </a:prstGeom>
          <a:solidFill>
            <a:srgbClr val="F1D1B6"/>
          </a:solidFill>
          <a:ln>
            <a:noFill/>
          </a:ln>
          <a:effectLst/>
        </p:spPr>
        <p:txBody>
          <a:bodyPr rtlCol="0" anchor="ctr"/>
          <a:lstStyle/>
          <a:p>
            <a:pPr algn="ctr"/>
          </a:p>
        </p:txBody>
      </p:sp>
      <p:sp>
        <p:nvSpPr>
          <p:cNvPr id="93" name="Legend color 053"/>
          <p:cNvSpPr/>
          <p:nvPr/>
        </p:nvSpPr>
        <p:spPr>
          <a:xfrm>
            <a:off x="2007158" y="6655740"/>
            <a:ext cx="28097" cy="164629"/>
          </a:xfrm>
          <a:prstGeom prst="rect">
            <a:avLst/>
          </a:prstGeom>
          <a:solidFill>
            <a:srgbClr val="F1CFB5"/>
          </a:solidFill>
          <a:ln>
            <a:noFill/>
          </a:ln>
          <a:effectLst/>
        </p:spPr>
        <p:txBody>
          <a:bodyPr rtlCol="0" anchor="ctr"/>
          <a:lstStyle/>
          <a:p>
            <a:pPr algn="ctr"/>
          </a:p>
        </p:txBody>
      </p:sp>
      <p:sp>
        <p:nvSpPr>
          <p:cNvPr id="94" name="Legend color 054"/>
          <p:cNvSpPr/>
          <p:nvPr/>
        </p:nvSpPr>
        <p:spPr>
          <a:xfrm>
            <a:off x="2034903" y="6655740"/>
            <a:ext cx="28097" cy="164629"/>
          </a:xfrm>
          <a:prstGeom prst="rect">
            <a:avLst/>
          </a:prstGeom>
          <a:solidFill>
            <a:srgbClr val="F0CEB3"/>
          </a:solidFill>
          <a:ln>
            <a:noFill/>
          </a:ln>
          <a:effectLst/>
        </p:spPr>
        <p:txBody>
          <a:bodyPr rtlCol="0" anchor="ctr"/>
          <a:lstStyle/>
          <a:p>
            <a:pPr algn="ctr"/>
          </a:p>
        </p:txBody>
      </p:sp>
      <p:sp>
        <p:nvSpPr>
          <p:cNvPr id="95" name="Legend color 055"/>
          <p:cNvSpPr/>
          <p:nvPr/>
        </p:nvSpPr>
        <p:spPr>
          <a:xfrm>
            <a:off x="2062647" y="6655740"/>
            <a:ext cx="28097" cy="164629"/>
          </a:xfrm>
          <a:prstGeom prst="rect">
            <a:avLst/>
          </a:prstGeom>
          <a:solidFill>
            <a:srgbClr val="F0CDB1"/>
          </a:solidFill>
          <a:ln>
            <a:noFill/>
          </a:ln>
          <a:effectLst/>
        </p:spPr>
        <p:txBody>
          <a:bodyPr rtlCol="0" anchor="ctr"/>
          <a:lstStyle/>
          <a:p>
            <a:pPr algn="ctr"/>
          </a:p>
        </p:txBody>
      </p:sp>
      <p:sp>
        <p:nvSpPr>
          <p:cNvPr id="96" name="Legend color 056"/>
          <p:cNvSpPr/>
          <p:nvPr/>
        </p:nvSpPr>
        <p:spPr>
          <a:xfrm>
            <a:off x="2090392" y="6655740"/>
            <a:ext cx="28097" cy="164629"/>
          </a:xfrm>
          <a:prstGeom prst="rect">
            <a:avLst/>
          </a:prstGeom>
          <a:solidFill>
            <a:srgbClr val="EFCBB0"/>
          </a:solidFill>
          <a:ln>
            <a:noFill/>
          </a:ln>
          <a:effectLst/>
        </p:spPr>
        <p:txBody>
          <a:bodyPr rtlCol="0" anchor="ctr"/>
          <a:lstStyle/>
          <a:p>
            <a:pPr algn="ctr"/>
          </a:p>
        </p:txBody>
      </p:sp>
      <p:sp>
        <p:nvSpPr>
          <p:cNvPr id="97" name="Legend color 057"/>
          <p:cNvSpPr/>
          <p:nvPr/>
        </p:nvSpPr>
        <p:spPr>
          <a:xfrm>
            <a:off x="2118136" y="6655740"/>
            <a:ext cx="28097" cy="164629"/>
          </a:xfrm>
          <a:prstGeom prst="rect">
            <a:avLst/>
          </a:prstGeom>
          <a:solidFill>
            <a:srgbClr val="EFCAAE"/>
          </a:solidFill>
          <a:ln>
            <a:noFill/>
          </a:ln>
          <a:effectLst/>
        </p:spPr>
        <p:txBody>
          <a:bodyPr rtlCol="0" anchor="ctr"/>
          <a:lstStyle/>
          <a:p>
            <a:pPr algn="ctr"/>
          </a:p>
        </p:txBody>
      </p:sp>
      <p:sp>
        <p:nvSpPr>
          <p:cNvPr id="98" name="Legend color 058"/>
          <p:cNvSpPr/>
          <p:nvPr/>
        </p:nvSpPr>
        <p:spPr>
          <a:xfrm>
            <a:off x="2145881" y="6655740"/>
            <a:ext cx="28097" cy="164629"/>
          </a:xfrm>
          <a:prstGeom prst="rect">
            <a:avLst/>
          </a:prstGeom>
          <a:solidFill>
            <a:srgbClr val="EFC9AC"/>
          </a:solidFill>
          <a:ln>
            <a:noFill/>
          </a:ln>
          <a:effectLst/>
        </p:spPr>
        <p:txBody>
          <a:bodyPr rtlCol="0" anchor="ctr"/>
          <a:lstStyle/>
          <a:p>
            <a:pPr algn="ctr"/>
          </a:p>
        </p:txBody>
      </p:sp>
      <p:sp>
        <p:nvSpPr>
          <p:cNvPr id="99" name="Legend color 059"/>
          <p:cNvSpPr/>
          <p:nvPr/>
        </p:nvSpPr>
        <p:spPr>
          <a:xfrm>
            <a:off x="2173625" y="6655740"/>
            <a:ext cx="28097" cy="164629"/>
          </a:xfrm>
          <a:prstGeom prst="rect">
            <a:avLst/>
          </a:prstGeom>
          <a:solidFill>
            <a:srgbClr val="EEC8AA"/>
          </a:solidFill>
          <a:ln>
            <a:noFill/>
          </a:ln>
          <a:effectLst/>
        </p:spPr>
        <p:txBody>
          <a:bodyPr rtlCol="0" anchor="ctr"/>
          <a:lstStyle/>
          <a:p>
            <a:pPr algn="ctr"/>
          </a:p>
        </p:txBody>
      </p:sp>
      <p:sp>
        <p:nvSpPr>
          <p:cNvPr id="100" name="Legend color 060"/>
          <p:cNvSpPr/>
          <p:nvPr/>
        </p:nvSpPr>
        <p:spPr>
          <a:xfrm>
            <a:off x="2201370" y="6655740"/>
            <a:ext cx="28097" cy="164629"/>
          </a:xfrm>
          <a:prstGeom prst="rect">
            <a:avLst/>
          </a:prstGeom>
          <a:solidFill>
            <a:srgbClr val="EEC6A9"/>
          </a:solidFill>
          <a:ln>
            <a:noFill/>
          </a:ln>
          <a:effectLst/>
        </p:spPr>
        <p:txBody>
          <a:bodyPr rtlCol="0" anchor="ctr"/>
          <a:lstStyle/>
          <a:p>
            <a:pPr algn="ctr"/>
          </a:p>
        </p:txBody>
      </p:sp>
      <p:sp>
        <p:nvSpPr>
          <p:cNvPr id="101" name="Legend color 061"/>
          <p:cNvSpPr/>
          <p:nvPr/>
        </p:nvSpPr>
        <p:spPr>
          <a:xfrm>
            <a:off x="2229114" y="6655740"/>
            <a:ext cx="28097" cy="164629"/>
          </a:xfrm>
          <a:prstGeom prst="rect">
            <a:avLst/>
          </a:prstGeom>
          <a:solidFill>
            <a:srgbClr val="EEC5A7"/>
          </a:solidFill>
          <a:ln>
            <a:noFill/>
          </a:ln>
          <a:effectLst/>
        </p:spPr>
        <p:txBody>
          <a:bodyPr rtlCol="0" anchor="ctr"/>
          <a:lstStyle/>
          <a:p>
            <a:pPr algn="ctr"/>
          </a:p>
        </p:txBody>
      </p:sp>
      <p:sp>
        <p:nvSpPr>
          <p:cNvPr id="102" name="Legend color 062"/>
          <p:cNvSpPr/>
          <p:nvPr/>
        </p:nvSpPr>
        <p:spPr>
          <a:xfrm>
            <a:off x="2256859" y="6655740"/>
            <a:ext cx="28097" cy="164629"/>
          </a:xfrm>
          <a:prstGeom prst="rect">
            <a:avLst/>
          </a:prstGeom>
          <a:solidFill>
            <a:srgbClr val="EDC4A5"/>
          </a:solidFill>
          <a:ln>
            <a:noFill/>
          </a:ln>
          <a:effectLst/>
        </p:spPr>
        <p:txBody>
          <a:bodyPr rtlCol="0" anchor="ctr"/>
          <a:lstStyle/>
          <a:p>
            <a:pPr algn="ctr"/>
          </a:p>
        </p:txBody>
      </p:sp>
      <p:sp>
        <p:nvSpPr>
          <p:cNvPr id="103" name="Legend color 063"/>
          <p:cNvSpPr/>
          <p:nvPr/>
        </p:nvSpPr>
        <p:spPr>
          <a:xfrm>
            <a:off x="2284603" y="6655740"/>
            <a:ext cx="28097" cy="164629"/>
          </a:xfrm>
          <a:prstGeom prst="rect">
            <a:avLst/>
          </a:prstGeom>
          <a:solidFill>
            <a:srgbClr val="EDC2A3"/>
          </a:solidFill>
          <a:ln>
            <a:noFill/>
          </a:ln>
          <a:effectLst/>
        </p:spPr>
        <p:txBody>
          <a:bodyPr rtlCol="0" anchor="ctr"/>
          <a:lstStyle/>
          <a:p>
            <a:pPr algn="ctr"/>
          </a:p>
        </p:txBody>
      </p:sp>
      <p:sp>
        <p:nvSpPr>
          <p:cNvPr id="104" name="Legend color 064"/>
          <p:cNvSpPr/>
          <p:nvPr/>
        </p:nvSpPr>
        <p:spPr>
          <a:xfrm>
            <a:off x="2312348" y="6655740"/>
            <a:ext cx="28097" cy="164629"/>
          </a:xfrm>
          <a:prstGeom prst="rect">
            <a:avLst/>
          </a:prstGeom>
          <a:solidFill>
            <a:srgbClr val="EDC1A2"/>
          </a:solidFill>
          <a:ln>
            <a:noFill/>
          </a:ln>
          <a:effectLst/>
        </p:spPr>
        <p:txBody>
          <a:bodyPr rtlCol="0" anchor="ctr"/>
          <a:lstStyle/>
          <a:p>
            <a:pPr algn="ctr"/>
          </a:p>
        </p:txBody>
      </p:sp>
      <p:sp>
        <p:nvSpPr>
          <p:cNvPr id="105" name="Legend color 065"/>
          <p:cNvSpPr/>
          <p:nvPr/>
        </p:nvSpPr>
        <p:spPr>
          <a:xfrm>
            <a:off x="2340092" y="6655740"/>
            <a:ext cx="28097" cy="164629"/>
          </a:xfrm>
          <a:prstGeom prst="rect">
            <a:avLst/>
          </a:prstGeom>
          <a:solidFill>
            <a:srgbClr val="ECC0A0"/>
          </a:solidFill>
          <a:ln>
            <a:noFill/>
          </a:ln>
          <a:effectLst/>
        </p:spPr>
        <p:txBody>
          <a:bodyPr rtlCol="0" anchor="ctr"/>
          <a:lstStyle/>
          <a:p>
            <a:pPr algn="ctr"/>
          </a:p>
        </p:txBody>
      </p:sp>
      <p:sp>
        <p:nvSpPr>
          <p:cNvPr id="106" name="Legend color 066"/>
          <p:cNvSpPr/>
          <p:nvPr/>
        </p:nvSpPr>
        <p:spPr>
          <a:xfrm>
            <a:off x="2367837" y="6655740"/>
            <a:ext cx="28097" cy="164629"/>
          </a:xfrm>
          <a:prstGeom prst="rect">
            <a:avLst/>
          </a:prstGeom>
          <a:solidFill>
            <a:srgbClr val="ECBE9E"/>
          </a:solidFill>
          <a:ln>
            <a:noFill/>
          </a:ln>
          <a:effectLst/>
        </p:spPr>
        <p:txBody>
          <a:bodyPr rtlCol="0" anchor="ctr"/>
          <a:lstStyle/>
          <a:p>
            <a:pPr algn="ctr"/>
          </a:p>
        </p:txBody>
      </p:sp>
      <p:sp>
        <p:nvSpPr>
          <p:cNvPr id="107" name="Legend color 067"/>
          <p:cNvSpPr/>
          <p:nvPr/>
        </p:nvSpPr>
        <p:spPr>
          <a:xfrm>
            <a:off x="2395581" y="6655740"/>
            <a:ext cx="28097" cy="164629"/>
          </a:xfrm>
          <a:prstGeom prst="rect">
            <a:avLst/>
          </a:prstGeom>
          <a:solidFill>
            <a:srgbClr val="ECBD9D"/>
          </a:solidFill>
          <a:ln>
            <a:noFill/>
          </a:ln>
          <a:effectLst/>
        </p:spPr>
        <p:txBody>
          <a:bodyPr rtlCol="0" anchor="ctr"/>
          <a:lstStyle/>
          <a:p>
            <a:pPr algn="ctr"/>
          </a:p>
        </p:txBody>
      </p:sp>
      <p:sp>
        <p:nvSpPr>
          <p:cNvPr id="108" name="Legend color 068"/>
          <p:cNvSpPr/>
          <p:nvPr/>
        </p:nvSpPr>
        <p:spPr>
          <a:xfrm>
            <a:off x="2423326" y="6655740"/>
            <a:ext cx="28097" cy="164629"/>
          </a:xfrm>
          <a:prstGeom prst="rect">
            <a:avLst/>
          </a:prstGeom>
          <a:solidFill>
            <a:srgbClr val="EBBC9B"/>
          </a:solidFill>
          <a:ln>
            <a:noFill/>
          </a:ln>
          <a:effectLst/>
        </p:spPr>
        <p:txBody>
          <a:bodyPr rtlCol="0" anchor="ctr"/>
          <a:lstStyle/>
          <a:p>
            <a:pPr algn="ctr"/>
          </a:p>
        </p:txBody>
      </p:sp>
      <p:sp>
        <p:nvSpPr>
          <p:cNvPr id="109" name="Legend color 069"/>
          <p:cNvSpPr/>
          <p:nvPr/>
        </p:nvSpPr>
        <p:spPr>
          <a:xfrm>
            <a:off x="2451070" y="6655740"/>
            <a:ext cx="28097" cy="164629"/>
          </a:xfrm>
          <a:prstGeom prst="rect">
            <a:avLst/>
          </a:prstGeom>
          <a:solidFill>
            <a:srgbClr val="EBBB99"/>
          </a:solidFill>
          <a:ln>
            <a:noFill/>
          </a:ln>
          <a:effectLst/>
        </p:spPr>
        <p:txBody>
          <a:bodyPr rtlCol="0" anchor="ctr"/>
          <a:lstStyle/>
          <a:p>
            <a:pPr algn="ctr"/>
          </a:p>
        </p:txBody>
      </p:sp>
      <p:sp>
        <p:nvSpPr>
          <p:cNvPr id="110" name="Legend color 070"/>
          <p:cNvSpPr/>
          <p:nvPr/>
        </p:nvSpPr>
        <p:spPr>
          <a:xfrm>
            <a:off x="2478815" y="6655740"/>
            <a:ext cx="28097" cy="164629"/>
          </a:xfrm>
          <a:prstGeom prst="rect">
            <a:avLst/>
          </a:prstGeom>
          <a:solidFill>
            <a:srgbClr val="EBB997"/>
          </a:solidFill>
          <a:ln>
            <a:noFill/>
          </a:ln>
          <a:effectLst/>
        </p:spPr>
        <p:txBody>
          <a:bodyPr rtlCol="0" anchor="ctr"/>
          <a:lstStyle/>
          <a:p>
            <a:pPr algn="ctr"/>
          </a:p>
        </p:txBody>
      </p:sp>
      <p:sp>
        <p:nvSpPr>
          <p:cNvPr id="111" name="Legend color 071"/>
          <p:cNvSpPr/>
          <p:nvPr/>
        </p:nvSpPr>
        <p:spPr>
          <a:xfrm>
            <a:off x="2506559" y="6655740"/>
            <a:ext cx="28097" cy="164629"/>
          </a:xfrm>
          <a:prstGeom prst="rect">
            <a:avLst/>
          </a:prstGeom>
          <a:solidFill>
            <a:srgbClr val="EAB896"/>
          </a:solidFill>
          <a:ln>
            <a:noFill/>
          </a:ln>
          <a:effectLst/>
        </p:spPr>
        <p:txBody>
          <a:bodyPr rtlCol="0" anchor="ctr"/>
          <a:lstStyle/>
          <a:p>
            <a:pPr algn="ctr"/>
          </a:p>
        </p:txBody>
      </p:sp>
      <p:sp>
        <p:nvSpPr>
          <p:cNvPr id="112" name="Legend color 072"/>
          <p:cNvSpPr/>
          <p:nvPr/>
        </p:nvSpPr>
        <p:spPr>
          <a:xfrm>
            <a:off x="2534304" y="6655740"/>
            <a:ext cx="28097" cy="164629"/>
          </a:xfrm>
          <a:prstGeom prst="rect">
            <a:avLst/>
          </a:prstGeom>
          <a:solidFill>
            <a:srgbClr val="EAB794"/>
          </a:solidFill>
          <a:ln>
            <a:noFill/>
          </a:ln>
          <a:effectLst/>
        </p:spPr>
        <p:txBody>
          <a:bodyPr rtlCol="0" anchor="ctr"/>
          <a:lstStyle/>
          <a:p>
            <a:pPr algn="ctr"/>
          </a:p>
        </p:txBody>
      </p:sp>
      <p:sp>
        <p:nvSpPr>
          <p:cNvPr id="113" name="Legend color 073"/>
          <p:cNvSpPr/>
          <p:nvPr/>
        </p:nvSpPr>
        <p:spPr>
          <a:xfrm>
            <a:off x="2562048" y="6655740"/>
            <a:ext cx="28097" cy="164629"/>
          </a:xfrm>
          <a:prstGeom prst="rect">
            <a:avLst/>
          </a:prstGeom>
          <a:solidFill>
            <a:srgbClr val="E9B592"/>
          </a:solidFill>
          <a:ln>
            <a:noFill/>
          </a:ln>
          <a:effectLst/>
        </p:spPr>
        <p:txBody>
          <a:bodyPr rtlCol="0" anchor="ctr"/>
          <a:lstStyle/>
          <a:p>
            <a:pPr algn="ctr"/>
          </a:p>
        </p:txBody>
      </p:sp>
      <p:sp>
        <p:nvSpPr>
          <p:cNvPr id="114" name="Legend color 074"/>
          <p:cNvSpPr/>
          <p:nvPr/>
        </p:nvSpPr>
        <p:spPr>
          <a:xfrm>
            <a:off x="2589793" y="6655740"/>
            <a:ext cx="28097" cy="164629"/>
          </a:xfrm>
          <a:prstGeom prst="rect">
            <a:avLst/>
          </a:prstGeom>
          <a:solidFill>
            <a:srgbClr val="E9B491"/>
          </a:solidFill>
          <a:ln>
            <a:noFill/>
          </a:ln>
          <a:effectLst/>
        </p:spPr>
        <p:txBody>
          <a:bodyPr rtlCol="0" anchor="ctr"/>
          <a:lstStyle/>
          <a:p>
            <a:pPr algn="ctr"/>
          </a:p>
        </p:txBody>
      </p:sp>
      <p:sp>
        <p:nvSpPr>
          <p:cNvPr id="115" name="Legend color 075"/>
          <p:cNvSpPr/>
          <p:nvPr/>
        </p:nvSpPr>
        <p:spPr>
          <a:xfrm>
            <a:off x="2617537" y="6655740"/>
            <a:ext cx="28097" cy="164629"/>
          </a:xfrm>
          <a:prstGeom prst="rect">
            <a:avLst/>
          </a:prstGeom>
          <a:solidFill>
            <a:srgbClr val="E9B38F"/>
          </a:solidFill>
          <a:ln>
            <a:noFill/>
          </a:ln>
          <a:effectLst/>
        </p:spPr>
        <p:txBody>
          <a:bodyPr rtlCol="0" anchor="ctr"/>
          <a:lstStyle/>
          <a:p>
            <a:pPr algn="ctr"/>
          </a:p>
        </p:txBody>
      </p:sp>
      <p:sp>
        <p:nvSpPr>
          <p:cNvPr id="116" name="Legend color 076"/>
          <p:cNvSpPr/>
          <p:nvPr/>
        </p:nvSpPr>
        <p:spPr>
          <a:xfrm>
            <a:off x="2645282" y="6655740"/>
            <a:ext cx="28097" cy="164629"/>
          </a:xfrm>
          <a:prstGeom prst="rect">
            <a:avLst/>
          </a:prstGeom>
          <a:solidFill>
            <a:srgbClr val="E8B28D"/>
          </a:solidFill>
          <a:ln>
            <a:noFill/>
          </a:ln>
          <a:effectLst/>
        </p:spPr>
        <p:txBody>
          <a:bodyPr rtlCol="0" anchor="ctr"/>
          <a:lstStyle/>
          <a:p>
            <a:pPr algn="ctr"/>
          </a:p>
        </p:txBody>
      </p:sp>
      <p:sp>
        <p:nvSpPr>
          <p:cNvPr id="117" name="Legend color 077"/>
          <p:cNvSpPr/>
          <p:nvPr/>
        </p:nvSpPr>
        <p:spPr>
          <a:xfrm>
            <a:off x="2673026" y="6655740"/>
            <a:ext cx="28097" cy="164629"/>
          </a:xfrm>
          <a:prstGeom prst="rect">
            <a:avLst/>
          </a:prstGeom>
          <a:solidFill>
            <a:srgbClr val="E8B08B"/>
          </a:solidFill>
          <a:ln>
            <a:noFill/>
          </a:ln>
          <a:effectLst/>
        </p:spPr>
        <p:txBody>
          <a:bodyPr rtlCol="0" anchor="ctr"/>
          <a:lstStyle/>
          <a:p>
            <a:pPr algn="ctr"/>
          </a:p>
        </p:txBody>
      </p:sp>
      <p:sp>
        <p:nvSpPr>
          <p:cNvPr id="118" name="Legend color 078"/>
          <p:cNvSpPr/>
          <p:nvPr/>
        </p:nvSpPr>
        <p:spPr>
          <a:xfrm>
            <a:off x="2700771" y="6655740"/>
            <a:ext cx="28097" cy="164629"/>
          </a:xfrm>
          <a:prstGeom prst="rect">
            <a:avLst/>
          </a:prstGeom>
          <a:solidFill>
            <a:srgbClr val="E8AF8A"/>
          </a:solidFill>
          <a:ln>
            <a:noFill/>
          </a:ln>
          <a:effectLst/>
        </p:spPr>
        <p:txBody>
          <a:bodyPr rtlCol="0" anchor="ctr"/>
          <a:lstStyle/>
          <a:p>
            <a:pPr algn="ctr"/>
          </a:p>
        </p:txBody>
      </p:sp>
      <p:sp>
        <p:nvSpPr>
          <p:cNvPr id="119" name="Legend color 079"/>
          <p:cNvSpPr/>
          <p:nvPr/>
        </p:nvSpPr>
        <p:spPr>
          <a:xfrm>
            <a:off x="2728515" y="6655740"/>
            <a:ext cx="28097" cy="164629"/>
          </a:xfrm>
          <a:prstGeom prst="rect">
            <a:avLst/>
          </a:prstGeom>
          <a:solidFill>
            <a:srgbClr val="E7AE89"/>
          </a:solidFill>
          <a:ln>
            <a:noFill/>
          </a:ln>
          <a:effectLst/>
        </p:spPr>
        <p:txBody>
          <a:bodyPr rtlCol="0" anchor="ctr"/>
          <a:lstStyle/>
          <a:p>
            <a:pPr algn="ctr"/>
          </a:p>
        </p:txBody>
      </p:sp>
      <p:sp>
        <p:nvSpPr>
          <p:cNvPr id="120" name="Legend color 080"/>
          <p:cNvSpPr/>
          <p:nvPr/>
        </p:nvSpPr>
        <p:spPr>
          <a:xfrm>
            <a:off x="2756260" y="6655740"/>
            <a:ext cx="28097" cy="164629"/>
          </a:xfrm>
          <a:prstGeom prst="rect">
            <a:avLst/>
          </a:prstGeom>
          <a:solidFill>
            <a:srgbClr val="E7AD88"/>
          </a:solidFill>
          <a:ln>
            <a:noFill/>
          </a:ln>
          <a:effectLst/>
        </p:spPr>
        <p:txBody>
          <a:bodyPr rtlCol="0" anchor="ctr"/>
          <a:lstStyle/>
          <a:p>
            <a:pPr algn="ctr"/>
          </a:p>
        </p:txBody>
      </p:sp>
      <p:sp>
        <p:nvSpPr>
          <p:cNvPr id="121" name="Legend color 081"/>
          <p:cNvSpPr/>
          <p:nvPr/>
        </p:nvSpPr>
        <p:spPr>
          <a:xfrm>
            <a:off x="2784004" y="6655740"/>
            <a:ext cx="28097" cy="164629"/>
          </a:xfrm>
          <a:prstGeom prst="rect">
            <a:avLst/>
          </a:prstGeom>
          <a:solidFill>
            <a:srgbClr val="E6AC86"/>
          </a:solidFill>
          <a:ln>
            <a:noFill/>
          </a:ln>
          <a:effectLst/>
        </p:spPr>
        <p:txBody>
          <a:bodyPr rtlCol="0" anchor="ctr"/>
          <a:lstStyle/>
          <a:p>
            <a:pPr algn="ctr"/>
          </a:p>
        </p:txBody>
      </p:sp>
      <p:sp>
        <p:nvSpPr>
          <p:cNvPr id="122" name="Legend color 082"/>
          <p:cNvSpPr/>
          <p:nvPr/>
        </p:nvSpPr>
        <p:spPr>
          <a:xfrm>
            <a:off x="2811749" y="6655740"/>
            <a:ext cx="28097" cy="164629"/>
          </a:xfrm>
          <a:prstGeom prst="rect">
            <a:avLst/>
          </a:prstGeom>
          <a:solidFill>
            <a:srgbClr val="E6AB85"/>
          </a:solidFill>
          <a:ln>
            <a:noFill/>
          </a:ln>
          <a:effectLst/>
        </p:spPr>
        <p:txBody>
          <a:bodyPr rtlCol="0" anchor="ctr"/>
          <a:lstStyle/>
          <a:p>
            <a:pPr algn="ctr"/>
          </a:p>
        </p:txBody>
      </p:sp>
      <p:sp>
        <p:nvSpPr>
          <p:cNvPr id="123" name="Legend color 083"/>
          <p:cNvSpPr/>
          <p:nvPr/>
        </p:nvSpPr>
        <p:spPr>
          <a:xfrm>
            <a:off x="2839493" y="6655740"/>
            <a:ext cx="28097" cy="164629"/>
          </a:xfrm>
          <a:prstGeom prst="rect">
            <a:avLst/>
          </a:prstGeom>
          <a:solidFill>
            <a:srgbClr val="E5A984"/>
          </a:solidFill>
          <a:ln>
            <a:noFill/>
          </a:ln>
          <a:effectLst/>
        </p:spPr>
        <p:txBody>
          <a:bodyPr rtlCol="0" anchor="ctr"/>
          <a:lstStyle/>
          <a:p>
            <a:pPr algn="ctr"/>
          </a:p>
        </p:txBody>
      </p:sp>
      <p:sp>
        <p:nvSpPr>
          <p:cNvPr id="124" name="Legend color 084"/>
          <p:cNvSpPr/>
          <p:nvPr/>
        </p:nvSpPr>
        <p:spPr>
          <a:xfrm>
            <a:off x="2867238" y="6655740"/>
            <a:ext cx="28097" cy="164629"/>
          </a:xfrm>
          <a:prstGeom prst="rect">
            <a:avLst/>
          </a:prstGeom>
          <a:solidFill>
            <a:srgbClr val="E5A883"/>
          </a:solidFill>
          <a:ln>
            <a:noFill/>
          </a:ln>
          <a:effectLst/>
        </p:spPr>
        <p:txBody>
          <a:bodyPr rtlCol="0" anchor="ctr"/>
          <a:lstStyle/>
          <a:p>
            <a:pPr algn="ctr"/>
          </a:p>
        </p:txBody>
      </p:sp>
      <p:sp>
        <p:nvSpPr>
          <p:cNvPr id="125" name="Legend color 085"/>
          <p:cNvSpPr/>
          <p:nvPr/>
        </p:nvSpPr>
        <p:spPr>
          <a:xfrm>
            <a:off x="2894982" y="6655740"/>
            <a:ext cx="28097" cy="164629"/>
          </a:xfrm>
          <a:prstGeom prst="rect">
            <a:avLst/>
          </a:prstGeom>
          <a:solidFill>
            <a:srgbClr val="E4A781"/>
          </a:solidFill>
          <a:ln>
            <a:noFill/>
          </a:ln>
          <a:effectLst/>
        </p:spPr>
        <p:txBody>
          <a:bodyPr rtlCol="0" anchor="ctr"/>
          <a:lstStyle/>
          <a:p>
            <a:pPr algn="ctr"/>
          </a:p>
        </p:txBody>
      </p:sp>
      <p:sp>
        <p:nvSpPr>
          <p:cNvPr id="126" name="Legend color 086"/>
          <p:cNvSpPr/>
          <p:nvPr/>
        </p:nvSpPr>
        <p:spPr>
          <a:xfrm>
            <a:off x="2922727" y="6655740"/>
            <a:ext cx="28097" cy="164629"/>
          </a:xfrm>
          <a:prstGeom prst="rect">
            <a:avLst/>
          </a:prstGeom>
          <a:solidFill>
            <a:srgbClr val="E4A680"/>
          </a:solidFill>
          <a:ln>
            <a:noFill/>
          </a:ln>
          <a:effectLst/>
        </p:spPr>
        <p:txBody>
          <a:bodyPr rtlCol="0" anchor="ctr"/>
          <a:lstStyle/>
          <a:p>
            <a:pPr algn="ctr"/>
          </a:p>
        </p:txBody>
      </p:sp>
      <p:sp>
        <p:nvSpPr>
          <p:cNvPr id="127" name="Legend color 087"/>
          <p:cNvSpPr/>
          <p:nvPr/>
        </p:nvSpPr>
        <p:spPr>
          <a:xfrm>
            <a:off x="2950471" y="6655740"/>
            <a:ext cx="28097" cy="164629"/>
          </a:xfrm>
          <a:prstGeom prst="rect">
            <a:avLst/>
          </a:prstGeom>
          <a:solidFill>
            <a:srgbClr val="E3A57F"/>
          </a:solidFill>
          <a:ln>
            <a:noFill/>
          </a:ln>
          <a:effectLst/>
        </p:spPr>
        <p:txBody>
          <a:bodyPr rtlCol="0" anchor="ctr"/>
          <a:lstStyle/>
          <a:p>
            <a:pPr algn="ctr"/>
          </a:p>
        </p:txBody>
      </p:sp>
      <p:sp>
        <p:nvSpPr>
          <p:cNvPr id="128" name="Legend color 088"/>
          <p:cNvSpPr/>
          <p:nvPr/>
        </p:nvSpPr>
        <p:spPr>
          <a:xfrm>
            <a:off x="2978216" y="6655740"/>
            <a:ext cx="28097" cy="164629"/>
          </a:xfrm>
          <a:prstGeom prst="rect">
            <a:avLst/>
          </a:prstGeom>
          <a:solidFill>
            <a:srgbClr val="E3A47E"/>
          </a:solidFill>
          <a:ln>
            <a:noFill/>
          </a:ln>
          <a:effectLst/>
        </p:spPr>
        <p:txBody>
          <a:bodyPr rtlCol="0" anchor="ctr"/>
          <a:lstStyle/>
          <a:p>
            <a:pPr algn="ctr"/>
          </a:p>
        </p:txBody>
      </p:sp>
      <p:sp>
        <p:nvSpPr>
          <p:cNvPr id="129" name="Legend color 089"/>
          <p:cNvSpPr/>
          <p:nvPr/>
        </p:nvSpPr>
        <p:spPr>
          <a:xfrm>
            <a:off x="3005960" y="6655740"/>
            <a:ext cx="28097" cy="164629"/>
          </a:xfrm>
          <a:prstGeom prst="rect">
            <a:avLst/>
          </a:prstGeom>
          <a:solidFill>
            <a:srgbClr val="E2A37C"/>
          </a:solidFill>
          <a:ln>
            <a:noFill/>
          </a:ln>
          <a:effectLst/>
        </p:spPr>
        <p:txBody>
          <a:bodyPr rtlCol="0" anchor="ctr"/>
          <a:lstStyle/>
          <a:p>
            <a:pPr algn="ctr"/>
          </a:p>
        </p:txBody>
      </p:sp>
      <p:sp>
        <p:nvSpPr>
          <p:cNvPr id="130" name="Legend color 090"/>
          <p:cNvSpPr/>
          <p:nvPr/>
        </p:nvSpPr>
        <p:spPr>
          <a:xfrm>
            <a:off x="3033705" y="6655740"/>
            <a:ext cx="28097" cy="164629"/>
          </a:xfrm>
          <a:prstGeom prst="rect">
            <a:avLst/>
          </a:prstGeom>
          <a:solidFill>
            <a:srgbClr val="E2A27B"/>
          </a:solidFill>
          <a:ln>
            <a:noFill/>
          </a:ln>
          <a:effectLst/>
        </p:spPr>
        <p:txBody>
          <a:bodyPr rtlCol="0" anchor="ctr"/>
          <a:lstStyle/>
          <a:p>
            <a:pPr algn="ctr"/>
          </a:p>
        </p:txBody>
      </p:sp>
      <p:sp>
        <p:nvSpPr>
          <p:cNvPr id="131" name="Legend color 091"/>
          <p:cNvSpPr/>
          <p:nvPr/>
        </p:nvSpPr>
        <p:spPr>
          <a:xfrm>
            <a:off x="3061449" y="6655740"/>
            <a:ext cx="28097" cy="164629"/>
          </a:xfrm>
          <a:prstGeom prst="rect">
            <a:avLst/>
          </a:prstGeom>
          <a:solidFill>
            <a:srgbClr val="E2A07A"/>
          </a:solidFill>
          <a:ln>
            <a:noFill/>
          </a:ln>
          <a:effectLst/>
        </p:spPr>
        <p:txBody>
          <a:bodyPr rtlCol="0" anchor="ctr"/>
          <a:lstStyle/>
          <a:p>
            <a:pPr algn="ctr"/>
          </a:p>
        </p:txBody>
      </p:sp>
      <p:sp>
        <p:nvSpPr>
          <p:cNvPr id="132" name="Legend color 092"/>
          <p:cNvSpPr/>
          <p:nvPr/>
        </p:nvSpPr>
        <p:spPr>
          <a:xfrm>
            <a:off x="3089194" y="6655740"/>
            <a:ext cx="28097" cy="164629"/>
          </a:xfrm>
          <a:prstGeom prst="rect">
            <a:avLst/>
          </a:prstGeom>
          <a:solidFill>
            <a:srgbClr val="E19F79"/>
          </a:solidFill>
          <a:ln>
            <a:noFill/>
          </a:ln>
          <a:effectLst/>
        </p:spPr>
        <p:txBody>
          <a:bodyPr rtlCol="0" anchor="ctr"/>
          <a:lstStyle/>
          <a:p>
            <a:pPr algn="ctr"/>
          </a:p>
        </p:txBody>
      </p:sp>
      <p:sp>
        <p:nvSpPr>
          <p:cNvPr id="133" name="Legend color 093"/>
          <p:cNvSpPr/>
          <p:nvPr/>
        </p:nvSpPr>
        <p:spPr>
          <a:xfrm>
            <a:off x="3116938" y="6655740"/>
            <a:ext cx="28097" cy="164629"/>
          </a:xfrm>
          <a:prstGeom prst="rect">
            <a:avLst/>
          </a:prstGeom>
          <a:solidFill>
            <a:srgbClr val="E19E77"/>
          </a:solidFill>
          <a:ln>
            <a:noFill/>
          </a:ln>
          <a:effectLst/>
        </p:spPr>
        <p:txBody>
          <a:bodyPr rtlCol="0" anchor="ctr"/>
          <a:lstStyle/>
          <a:p>
            <a:pPr algn="ctr"/>
          </a:p>
        </p:txBody>
      </p:sp>
      <p:sp>
        <p:nvSpPr>
          <p:cNvPr id="134" name="Legend color 094"/>
          <p:cNvSpPr/>
          <p:nvPr/>
        </p:nvSpPr>
        <p:spPr>
          <a:xfrm>
            <a:off x="3144683" y="6655740"/>
            <a:ext cx="28097" cy="164629"/>
          </a:xfrm>
          <a:prstGeom prst="rect">
            <a:avLst/>
          </a:prstGeom>
          <a:solidFill>
            <a:srgbClr val="E09D76"/>
          </a:solidFill>
          <a:ln>
            <a:noFill/>
          </a:ln>
          <a:effectLst/>
        </p:spPr>
        <p:txBody>
          <a:bodyPr rtlCol="0" anchor="ctr"/>
          <a:lstStyle/>
          <a:p>
            <a:pPr algn="ctr"/>
          </a:p>
        </p:txBody>
      </p:sp>
      <p:sp>
        <p:nvSpPr>
          <p:cNvPr id="135" name="Legend color 095"/>
          <p:cNvSpPr/>
          <p:nvPr/>
        </p:nvSpPr>
        <p:spPr>
          <a:xfrm>
            <a:off x="3172427" y="6655740"/>
            <a:ext cx="28097" cy="164629"/>
          </a:xfrm>
          <a:prstGeom prst="rect">
            <a:avLst/>
          </a:prstGeom>
          <a:solidFill>
            <a:srgbClr val="E09C75"/>
          </a:solidFill>
          <a:ln>
            <a:noFill/>
          </a:ln>
          <a:effectLst/>
        </p:spPr>
        <p:txBody>
          <a:bodyPr rtlCol="0" anchor="ctr"/>
          <a:lstStyle/>
          <a:p>
            <a:pPr algn="ctr"/>
          </a:p>
        </p:txBody>
      </p:sp>
      <p:sp>
        <p:nvSpPr>
          <p:cNvPr id="136" name="Legend color 096"/>
          <p:cNvSpPr/>
          <p:nvPr/>
        </p:nvSpPr>
        <p:spPr>
          <a:xfrm>
            <a:off x="3200172" y="6655740"/>
            <a:ext cx="28097" cy="164629"/>
          </a:xfrm>
          <a:prstGeom prst="rect">
            <a:avLst/>
          </a:prstGeom>
          <a:solidFill>
            <a:srgbClr val="DF9B74"/>
          </a:solidFill>
          <a:ln>
            <a:noFill/>
          </a:ln>
          <a:effectLst/>
        </p:spPr>
        <p:txBody>
          <a:bodyPr rtlCol="0" anchor="ctr"/>
          <a:lstStyle/>
          <a:p>
            <a:pPr algn="ctr"/>
          </a:p>
        </p:txBody>
      </p:sp>
      <p:sp>
        <p:nvSpPr>
          <p:cNvPr id="137" name="Legend color 097"/>
          <p:cNvSpPr/>
          <p:nvPr/>
        </p:nvSpPr>
        <p:spPr>
          <a:xfrm>
            <a:off x="3227916" y="6655740"/>
            <a:ext cx="28097" cy="164629"/>
          </a:xfrm>
          <a:prstGeom prst="rect">
            <a:avLst/>
          </a:prstGeom>
          <a:solidFill>
            <a:srgbClr val="DF9A72"/>
          </a:solidFill>
          <a:ln>
            <a:noFill/>
          </a:ln>
          <a:effectLst/>
        </p:spPr>
        <p:txBody>
          <a:bodyPr rtlCol="0" anchor="ctr"/>
          <a:lstStyle/>
          <a:p>
            <a:pPr algn="ctr"/>
          </a:p>
        </p:txBody>
      </p:sp>
      <p:sp>
        <p:nvSpPr>
          <p:cNvPr id="138" name="Legend color 098"/>
          <p:cNvSpPr/>
          <p:nvPr/>
        </p:nvSpPr>
        <p:spPr>
          <a:xfrm>
            <a:off x="3255661" y="6655740"/>
            <a:ext cx="28097" cy="164629"/>
          </a:xfrm>
          <a:prstGeom prst="rect">
            <a:avLst/>
          </a:prstGeom>
          <a:solidFill>
            <a:srgbClr val="DE9871"/>
          </a:solidFill>
          <a:ln>
            <a:noFill/>
          </a:ln>
          <a:effectLst/>
        </p:spPr>
        <p:txBody>
          <a:bodyPr rtlCol="0" anchor="ctr"/>
          <a:lstStyle/>
          <a:p>
            <a:pPr algn="ctr"/>
          </a:p>
        </p:txBody>
      </p:sp>
      <p:sp>
        <p:nvSpPr>
          <p:cNvPr id="139" name="Legend color 099"/>
          <p:cNvSpPr/>
          <p:nvPr/>
        </p:nvSpPr>
        <p:spPr>
          <a:xfrm>
            <a:off x="3283405" y="6655740"/>
            <a:ext cx="28097" cy="164629"/>
          </a:xfrm>
          <a:prstGeom prst="rect">
            <a:avLst/>
          </a:prstGeom>
          <a:solidFill>
            <a:srgbClr val="DE9770"/>
          </a:solidFill>
          <a:ln>
            <a:noFill/>
          </a:ln>
          <a:effectLst/>
        </p:spPr>
        <p:txBody>
          <a:bodyPr rtlCol="0" anchor="ctr"/>
          <a:lstStyle/>
          <a:p>
            <a:pPr algn="ctr"/>
          </a:p>
        </p:txBody>
      </p:sp>
      <p:sp>
        <p:nvSpPr>
          <p:cNvPr id="140" name="Legend color 100"/>
          <p:cNvSpPr/>
          <p:nvPr/>
        </p:nvSpPr>
        <p:spPr>
          <a:xfrm>
            <a:off x="3311150" y="6655740"/>
            <a:ext cx="28097" cy="164629"/>
          </a:xfrm>
          <a:prstGeom prst="rect">
            <a:avLst/>
          </a:prstGeom>
          <a:solidFill>
            <a:srgbClr val="DD966F"/>
          </a:solidFill>
          <a:ln>
            <a:noFill/>
          </a:ln>
          <a:effectLst/>
        </p:spPr>
        <p:txBody>
          <a:bodyPr rtlCol="0" anchor="ctr"/>
          <a:lstStyle/>
          <a:p>
            <a:pPr algn="ctr"/>
          </a:p>
        </p:txBody>
      </p:sp>
      <p:sp>
        <p:nvSpPr>
          <p:cNvPr id="141" name="Legend color 101"/>
          <p:cNvSpPr/>
          <p:nvPr/>
        </p:nvSpPr>
        <p:spPr>
          <a:xfrm>
            <a:off x="3338894" y="6655740"/>
            <a:ext cx="28097" cy="164629"/>
          </a:xfrm>
          <a:prstGeom prst="rect">
            <a:avLst/>
          </a:prstGeom>
          <a:solidFill>
            <a:srgbClr val="DD956D"/>
          </a:solidFill>
          <a:ln>
            <a:noFill/>
          </a:ln>
          <a:effectLst/>
        </p:spPr>
        <p:txBody>
          <a:bodyPr rtlCol="0" anchor="ctr"/>
          <a:lstStyle/>
          <a:p>
            <a:pPr algn="ctr"/>
          </a:p>
        </p:txBody>
      </p:sp>
      <p:sp>
        <p:nvSpPr>
          <p:cNvPr id="142" name="Legend color 102"/>
          <p:cNvSpPr/>
          <p:nvPr/>
        </p:nvSpPr>
        <p:spPr>
          <a:xfrm>
            <a:off x="3366639" y="6655740"/>
            <a:ext cx="28097" cy="164629"/>
          </a:xfrm>
          <a:prstGeom prst="rect">
            <a:avLst/>
          </a:prstGeom>
          <a:solidFill>
            <a:srgbClr val="DC946C"/>
          </a:solidFill>
          <a:ln>
            <a:noFill/>
          </a:ln>
          <a:effectLst/>
        </p:spPr>
        <p:txBody>
          <a:bodyPr rtlCol="0" anchor="ctr"/>
          <a:lstStyle/>
          <a:p>
            <a:pPr algn="ctr"/>
          </a:p>
        </p:txBody>
      </p:sp>
      <p:sp>
        <p:nvSpPr>
          <p:cNvPr id="143" name="Legend color 103"/>
          <p:cNvSpPr/>
          <p:nvPr/>
        </p:nvSpPr>
        <p:spPr>
          <a:xfrm>
            <a:off x="3394383" y="6655740"/>
            <a:ext cx="28097" cy="164629"/>
          </a:xfrm>
          <a:prstGeom prst="rect">
            <a:avLst/>
          </a:prstGeom>
          <a:solidFill>
            <a:srgbClr val="DC936B"/>
          </a:solidFill>
          <a:ln>
            <a:noFill/>
          </a:ln>
          <a:effectLst/>
        </p:spPr>
        <p:txBody>
          <a:bodyPr rtlCol="0" anchor="ctr"/>
          <a:lstStyle/>
          <a:p>
            <a:pPr algn="ctr"/>
          </a:p>
        </p:txBody>
      </p:sp>
      <p:sp>
        <p:nvSpPr>
          <p:cNvPr id="144" name="Legend color 104"/>
          <p:cNvSpPr/>
          <p:nvPr/>
        </p:nvSpPr>
        <p:spPr>
          <a:xfrm>
            <a:off x="3422128" y="6655740"/>
            <a:ext cx="28097" cy="164629"/>
          </a:xfrm>
          <a:prstGeom prst="rect">
            <a:avLst/>
          </a:prstGeom>
          <a:solidFill>
            <a:srgbClr val="DB926A"/>
          </a:solidFill>
          <a:ln>
            <a:noFill/>
          </a:ln>
          <a:effectLst/>
        </p:spPr>
        <p:txBody>
          <a:bodyPr rtlCol="0" anchor="ctr"/>
          <a:lstStyle/>
          <a:p>
            <a:pPr algn="ctr"/>
          </a:p>
        </p:txBody>
      </p:sp>
      <p:sp>
        <p:nvSpPr>
          <p:cNvPr id="145" name="Legend color 105"/>
          <p:cNvSpPr/>
          <p:nvPr/>
        </p:nvSpPr>
        <p:spPr>
          <a:xfrm>
            <a:off x="3449872" y="6655740"/>
            <a:ext cx="28097" cy="164629"/>
          </a:xfrm>
          <a:prstGeom prst="rect">
            <a:avLst/>
          </a:prstGeom>
          <a:solidFill>
            <a:srgbClr val="DB9169"/>
          </a:solidFill>
          <a:ln>
            <a:noFill/>
          </a:ln>
          <a:effectLst/>
        </p:spPr>
        <p:txBody>
          <a:bodyPr rtlCol="0" anchor="ctr"/>
          <a:lstStyle/>
          <a:p>
            <a:pPr algn="ctr"/>
          </a:p>
        </p:txBody>
      </p:sp>
      <p:sp>
        <p:nvSpPr>
          <p:cNvPr id="146" name="Legend color 106"/>
          <p:cNvSpPr/>
          <p:nvPr/>
        </p:nvSpPr>
        <p:spPr>
          <a:xfrm>
            <a:off x="3477617" y="6655740"/>
            <a:ext cx="28097" cy="164629"/>
          </a:xfrm>
          <a:prstGeom prst="rect">
            <a:avLst/>
          </a:prstGeom>
          <a:solidFill>
            <a:srgbClr val="DA9068"/>
          </a:solidFill>
          <a:ln>
            <a:noFill/>
          </a:ln>
          <a:effectLst/>
        </p:spPr>
        <p:txBody>
          <a:bodyPr rtlCol="0" anchor="ctr"/>
          <a:lstStyle/>
          <a:p>
            <a:pPr algn="ctr"/>
          </a:p>
        </p:txBody>
      </p:sp>
      <p:sp>
        <p:nvSpPr>
          <p:cNvPr id="147" name="Legend color 107"/>
          <p:cNvSpPr/>
          <p:nvPr/>
        </p:nvSpPr>
        <p:spPr>
          <a:xfrm>
            <a:off x="3505361" y="6655740"/>
            <a:ext cx="28097" cy="164629"/>
          </a:xfrm>
          <a:prstGeom prst="rect">
            <a:avLst/>
          </a:prstGeom>
          <a:solidFill>
            <a:srgbClr val="DA8F67"/>
          </a:solidFill>
          <a:ln>
            <a:noFill/>
          </a:ln>
          <a:effectLst/>
        </p:spPr>
        <p:txBody>
          <a:bodyPr rtlCol="0" anchor="ctr"/>
          <a:lstStyle/>
          <a:p>
            <a:pPr algn="ctr"/>
          </a:p>
        </p:txBody>
      </p:sp>
      <p:sp>
        <p:nvSpPr>
          <p:cNvPr id="148" name="Legend color 108"/>
          <p:cNvSpPr/>
          <p:nvPr/>
        </p:nvSpPr>
        <p:spPr>
          <a:xfrm>
            <a:off x="3533106" y="6655740"/>
            <a:ext cx="28097" cy="164629"/>
          </a:xfrm>
          <a:prstGeom prst="rect">
            <a:avLst/>
          </a:prstGeom>
          <a:solidFill>
            <a:srgbClr val="D98E66"/>
          </a:solidFill>
          <a:ln>
            <a:noFill/>
          </a:ln>
          <a:effectLst/>
        </p:spPr>
        <p:txBody>
          <a:bodyPr rtlCol="0" anchor="ctr"/>
          <a:lstStyle/>
          <a:p>
            <a:pPr algn="ctr"/>
          </a:p>
        </p:txBody>
      </p:sp>
      <p:sp>
        <p:nvSpPr>
          <p:cNvPr id="149" name="Legend color 109"/>
          <p:cNvSpPr/>
          <p:nvPr/>
        </p:nvSpPr>
        <p:spPr>
          <a:xfrm>
            <a:off x="3560850" y="6655740"/>
            <a:ext cx="28097" cy="164629"/>
          </a:xfrm>
          <a:prstGeom prst="rect">
            <a:avLst/>
          </a:prstGeom>
          <a:solidFill>
            <a:srgbClr val="D98C65"/>
          </a:solidFill>
          <a:ln>
            <a:noFill/>
          </a:ln>
          <a:effectLst/>
        </p:spPr>
        <p:txBody>
          <a:bodyPr rtlCol="0" anchor="ctr"/>
          <a:lstStyle/>
          <a:p>
            <a:pPr algn="ctr"/>
          </a:p>
        </p:txBody>
      </p:sp>
      <p:sp>
        <p:nvSpPr>
          <p:cNvPr id="150" name="Legend color 110"/>
          <p:cNvSpPr/>
          <p:nvPr/>
        </p:nvSpPr>
        <p:spPr>
          <a:xfrm>
            <a:off x="3588595" y="6655740"/>
            <a:ext cx="28097" cy="164629"/>
          </a:xfrm>
          <a:prstGeom prst="rect">
            <a:avLst/>
          </a:prstGeom>
          <a:solidFill>
            <a:srgbClr val="D88B64"/>
          </a:solidFill>
          <a:ln>
            <a:noFill/>
          </a:ln>
          <a:effectLst/>
        </p:spPr>
        <p:txBody>
          <a:bodyPr rtlCol="0" anchor="ctr"/>
          <a:lstStyle/>
          <a:p>
            <a:pPr algn="ctr"/>
          </a:p>
        </p:txBody>
      </p:sp>
      <p:sp>
        <p:nvSpPr>
          <p:cNvPr id="151" name="Legend color 111"/>
          <p:cNvSpPr/>
          <p:nvPr/>
        </p:nvSpPr>
        <p:spPr>
          <a:xfrm>
            <a:off x="3616339" y="6655740"/>
            <a:ext cx="28097" cy="164629"/>
          </a:xfrm>
          <a:prstGeom prst="rect">
            <a:avLst/>
          </a:prstGeom>
          <a:solidFill>
            <a:srgbClr val="D88A63"/>
          </a:solidFill>
          <a:ln>
            <a:noFill/>
          </a:ln>
          <a:effectLst/>
        </p:spPr>
        <p:txBody>
          <a:bodyPr rtlCol="0" anchor="ctr"/>
          <a:lstStyle/>
          <a:p>
            <a:pPr algn="ctr"/>
          </a:p>
        </p:txBody>
      </p:sp>
      <p:sp>
        <p:nvSpPr>
          <p:cNvPr id="152" name="Legend color 112"/>
          <p:cNvSpPr/>
          <p:nvPr/>
        </p:nvSpPr>
        <p:spPr>
          <a:xfrm>
            <a:off x="3644084" y="6655740"/>
            <a:ext cx="28097" cy="164629"/>
          </a:xfrm>
          <a:prstGeom prst="rect">
            <a:avLst/>
          </a:prstGeom>
          <a:solidFill>
            <a:srgbClr val="D78962"/>
          </a:solidFill>
          <a:ln>
            <a:noFill/>
          </a:ln>
          <a:effectLst/>
        </p:spPr>
        <p:txBody>
          <a:bodyPr rtlCol="0" anchor="ctr"/>
          <a:lstStyle/>
          <a:p>
            <a:pPr algn="ctr"/>
          </a:p>
        </p:txBody>
      </p:sp>
      <p:sp>
        <p:nvSpPr>
          <p:cNvPr id="153" name="Legend color 113"/>
          <p:cNvSpPr/>
          <p:nvPr/>
        </p:nvSpPr>
        <p:spPr>
          <a:xfrm>
            <a:off x="3671828" y="6655740"/>
            <a:ext cx="28097" cy="164629"/>
          </a:xfrm>
          <a:prstGeom prst="rect">
            <a:avLst/>
          </a:prstGeom>
          <a:solidFill>
            <a:srgbClr val="D68861"/>
          </a:solidFill>
          <a:ln>
            <a:noFill/>
          </a:ln>
          <a:effectLst/>
        </p:spPr>
        <p:txBody>
          <a:bodyPr rtlCol="0" anchor="ctr"/>
          <a:lstStyle/>
          <a:p>
            <a:pPr algn="ctr"/>
          </a:p>
        </p:txBody>
      </p:sp>
      <p:sp>
        <p:nvSpPr>
          <p:cNvPr id="154" name="Legend color 114"/>
          <p:cNvSpPr/>
          <p:nvPr/>
        </p:nvSpPr>
        <p:spPr>
          <a:xfrm>
            <a:off x="3699573" y="6655740"/>
            <a:ext cx="28097" cy="164629"/>
          </a:xfrm>
          <a:prstGeom prst="rect">
            <a:avLst/>
          </a:prstGeom>
          <a:solidFill>
            <a:srgbClr val="D68760"/>
          </a:solidFill>
          <a:ln>
            <a:noFill/>
          </a:ln>
          <a:effectLst/>
        </p:spPr>
        <p:txBody>
          <a:bodyPr rtlCol="0" anchor="ctr"/>
          <a:lstStyle/>
          <a:p>
            <a:pPr algn="ctr"/>
          </a:p>
        </p:txBody>
      </p:sp>
      <p:sp>
        <p:nvSpPr>
          <p:cNvPr id="155" name="Legend color 115"/>
          <p:cNvSpPr/>
          <p:nvPr/>
        </p:nvSpPr>
        <p:spPr>
          <a:xfrm>
            <a:off x="3727317" y="6655740"/>
            <a:ext cx="28097" cy="164629"/>
          </a:xfrm>
          <a:prstGeom prst="rect">
            <a:avLst/>
          </a:prstGeom>
          <a:solidFill>
            <a:srgbClr val="D58660"/>
          </a:solidFill>
          <a:ln>
            <a:noFill/>
          </a:ln>
          <a:effectLst/>
        </p:spPr>
        <p:txBody>
          <a:bodyPr rtlCol="0" anchor="ctr"/>
          <a:lstStyle/>
          <a:p>
            <a:pPr algn="ctr"/>
          </a:p>
        </p:txBody>
      </p:sp>
      <p:sp>
        <p:nvSpPr>
          <p:cNvPr id="156" name="Legend color 116"/>
          <p:cNvSpPr/>
          <p:nvPr/>
        </p:nvSpPr>
        <p:spPr>
          <a:xfrm>
            <a:off x="3755062" y="6655740"/>
            <a:ext cx="28097" cy="164629"/>
          </a:xfrm>
          <a:prstGeom prst="rect">
            <a:avLst/>
          </a:prstGeom>
          <a:solidFill>
            <a:srgbClr val="D5855F"/>
          </a:solidFill>
          <a:ln>
            <a:noFill/>
          </a:ln>
          <a:effectLst/>
        </p:spPr>
        <p:txBody>
          <a:bodyPr rtlCol="0" anchor="ctr"/>
          <a:lstStyle/>
          <a:p>
            <a:pPr algn="ctr"/>
          </a:p>
        </p:txBody>
      </p:sp>
      <p:sp>
        <p:nvSpPr>
          <p:cNvPr id="157" name="Legend color 117"/>
          <p:cNvSpPr/>
          <p:nvPr/>
        </p:nvSpPr>
        <p:spPr>
          <a:xfrm>
            <a:off x="3782806" y="6655740"/>
            <a:ext cx="28097" cy="164629"/>
          </a:xfrm>
          <a:prstGeom prst="rect">
            <a:avLst/>
          </a:prstGeom>
          <a:solidFill>
            <a:srgbClr val="D4845E"/>
          </a:solidFill>
          <a:ln>
            <a:noFill/>
          </a:ln>
          <a:effectLst/>
        </p:spPr>
        <p:txBody>
          <a:bodyPr rtlCol="0" anchor="ctr"/>
          <a:lstStyle/>
          <a:p>
            <a:pPr algn="ctr"/>
          </a:p>
        </p:txBody>
      </p:sp>
      <p:sp>
        <p:nvSpPr>
          <p:cNvPr id="158" name="Legend color 118"/>
          <p:cNvSpPr/>
          <p:nvPr/>
        </p:nvSpPr>
        <p:spPr>
          <a:xfrm>
            <a:off x="3810551" y="6655740"/>
            <a:ext cx="28097" cy="164629"/>
          </a:xfrm>
          <a:prstGeom prst="rect">
            <a:avLst/>
          </a:prstGeom>
          <a:solidFill>
            <a:srgbClr val="D4835D"/>
          </a:solidFill>
          <a:ln>
            <a:noFill/>
          </a:ln>
          <a:effectLst/>
        </p:spPr>
        <p:txBody>
          <a:bodyPr rtlCol="0" anchor="ctr"/>
          <a:lstStyle/>
          <a:p>
            <a:pPr algn="ctr"/>
          </a:p>
        </p:txBody>
      </p:sp>
      <p:sp>
        <p:nvSpPr>
          <p:cNvPr id="159" name="Legend color 119"/>
          <p:cNvSpPr/>
          <p:nvPr/>
        </p:nvSpPr>
        <p:spPr>
          <a:xfrm>
            <a:off x="3838295" y="6655740"/>
            <a:ext cx="28097" cy="164629"/>
          </a:xfrm>
          <a:prstGeom prst="rect">
            <a:avLst/>
          </a:prstGeom>
          <a:solidFill>
            <a:srgbClr val="D3825C"/>
          </a:solidFill>
          <a:ln>
            <a:noFill/>
          </a:ln>
          <a:effectLst/>
        </p:spPr>
        <p:txBody>
          <a:bodyPr rtlCol="0" anchor="ctr"/>
          <a:lstStyle/>
          <a:p>
            <a:pPr algn="ctr"/>
          </a:p>
        </p:txBody>
      </p:sp>
      <p:sp>
        <p:nvSpPr>
          <p:cNvPr id="160" name="Legend color 120"/>
          <p:cNvSpPr/>
          <p:nvPr/>
        </p:nvSpPr>
        <p:spPr>
          <a:xfrm>
            <a:off x="3866040" y="6655740"/>
            <a:ext cx="28097" cy="164629"/>
          </a:xfrm>
          <a:prstGeom prst="rect">
            <a:avLst/>
          </a:prstGeom>
          <a:solidFill>
            <a:srgbClr val="D3815B"/>
          </a:solidFill>
          <a:ln>
            <a:noFill/>
          </a:ln>
          <a:effectLst/>
        </p:spPr>
        <p:txBody>
          <a:bodyPr rtlCol="0" anchor="ctr"/>
          <a:lstStyle/>
          <a:p>
            <a:pPr algn="ctr"/>
          </a:p>
        </p:txBody>
      </p:sp>
      <p:sp>
        <p:nvSpPr>
          <p:cNvPr id="161" name="Legend color 121"/>
          <p:cNvSpPr/>
          <p:nvPr/>
        </p:nvSpPr>
        <p:spPr>
          <a:xfrm>
            <a:off x="3893784" y="6655740"/>
            <a:ext cx="28097" cy="164629"/>
          </a:xfrm>
          <a:prstGeom prst="rect">
            <a:avLst/>
          </a:prstGeom>
          <a:solidFill>
            <a:srgbClr val="D2805A"/>
          </a:solidFill>
          <a:ln>
            <a:noFill/>
          </a:ln>
          <a:effectLst/>
        </p:spPr>
        <p:txBody>
          <a:bodyPr rtlCol="0" anchor="ctr"/>
          <a:lstStyle/>
          <a:p>
            <a:pPr algn="ctr"/>
          </a:p>
        </p:txBody>
      </p:sp>
      <p:sp>
        <p:nvSpPr>
          <p:cNvPr id="162" name="Legend color 122"/>
          <p:cNvSpPr/>
          <p:nvPr/>
        </p:nvSpPr>
        <p:spPr>
          <a:xfrm>
            <a:off x="3921529" y="6655740"/>
            <a:ext cx="28097" cy="164629"/>
          </a:xfrm>
          <a:prstGeom prst="rect">
            <a:avLst/>
          </a:prstGeom>
          <a:solidFill>
            <a:srgbClr val="D17F59"/>
          </a:solidFill>
          <a:ln>
            <a:noFill/>
          </a:ln>
          <a:effectLst/>
        </p:spPr>
        <p:txBody>
          <a:bodyPr rtlCol="0" anchor="ctr"/>
          <a:lstStyle/>
          <a:p>
            <a:pPr algn="ctr"/>
          </a:p>
        </p:txBody>
      </p:sp>
      <p:sp>
        <p:nvSpPr>
          <p:cNvPr id="163" name="Legend color 123"/>
          <p:cNvSpPr/>
          <p:nvPr/>
        </p:nvSpPr>
        <p:spPr>
          <a:xfrm>
            <a:off x="3949273" y="6655740"/>
            <a:ext cx="28097" cy="164629"/>
          </a:xfrm>
          <a:prstGeom prst="rect">
            <a:avLst/>
          </a:prstGeom>
          <a:solidFill>
            <a:srgbClr val="D17E58"/>
          </a:solidFill>
          <a:ln>
            <a:noFill/>
          </a:ln>
          <a:effectLst/>
        </p:spPr>
        <p:txBody>
          <a:bodyPr rtlCol="0" anchor="ctr"/>
          <a:lstStyle/>
          <a:p>
            <a:pPr algn="ctr"/>
          </a:p>
        </p:txBody>
      </p:sp>
      <p:sp>
        <p:nvSpPr>
          <p:cNvPr id="164" name="Legend color 124"/>
          <p:cNvSpPr/>
          <p:nvPr/>
        </p:nvSpPr>
        <p:spPr>
          <a:xfrm>
            <a:off x="3977018" y="6655740"/>
            <a:ext cx="28097" cy="164629"/>
          </a:xfrm>
          <a:prstGeom prst="rect">
            <a:avLst/>
          </a:prstGeom>
          <a:solidFill>
            <a:srgbClr val="D07D57"/>
          </a:solidFill>
          <a:ln>
            <a:noFill/>
          </a:ln>
          <a:effectLst/>
        </p:spPr>
        <p:txBody>
          <a:bodyPr rtlCol="0" anchor="ctr"/>
          <a:lstStyle/>
          <a:p>
            <a:pPr algn="ctr"/>
          </a:p>
        </p:txBody>
      </p:sp>
      <p:sp>
        <p:nvSpPr>
          <p:cNvPr id="165" name="Legend color 125"/>
          <p:cNvSpPr/>
          <p:nvPr/>
        </p:nvSpPr>
        <p:spPr>
          <a:xfrm>
            <a:off x="4004762" y="6655740"/>
            <a:ext cx="28097" cy="164629"/>
          </a:xfrm>
          <a:prstGeom prst="rect">
            <a:avLst/>
          </a:prstGeom>
          <a:solidFill>
            <a:srgbClr val="D07C56"/>
          </a:solidFill>
          <a:ln>
            <a:noFill/>
          </a:ln>
          <a:effectLst/>
        </p:spPr>
        <p:txBody>
          <a:bodyPr rtlCol="0" anchor="ctr"/>
          <a:lstStyle/>
          <a:p>
            <a:pPr algn="ctr"/>
          </a:p>
        </p:txBody>
      </p:sp>
      <p:sp>
        <p:nvSpPr>
          <p:cNvPr id="166" name="Legend color 126"/>
          <p:cNvSpPr/>
          <p:nvPr/>
        </p:nvSpPr>
        <p:spPr>
          <a:xfrm>
            <a:off x="4032507" y="6655740"/>
            <a:ext cx="28097" cy="164629"/>
          </a:xfrm>
          <a:prstGeom prst="rect">
            <a:avLst/>
          </a:prstGeom>
          <a:solidFill>
            <a:srgbClr val="CF7B55"/>
          </a:solidFill>
          <a:ln>
            <a:noFill/>
          </a:ln>
          <a:effectLst/>
        </p:spPr>
        <p:txBody>
          <a:bodyPr rtlCol="0" anchor="ctr"/>
          <a:lstStyle/>
          <a:p>
            <a:pPr algn="ctr"/>
          </a:p>
        </p:txBody>
      </p:sp>
      <p:sp>
        <p:nvSpPr>
          <p:cNvPr id="167" name="Legend color 127"/>
          <p:cNvSpPr/>
          <p:nvPr/>
        </p:nvSpPr>
        <p:spPr>
          <a:xfrm>
            <a:off x="4060251" y="6655740"/>
            <a:ext cx="28097" cy="164629"/>
          </a:xfrm>
          <a:prstGeom prst="rect">
            <a:avLst/>
          </a:prstGeom>
          <a:solidFill>
            <a:srgbClr val="CF7954"/>
          </a:solidFill>
          <a:ln>
            <a:noFill/>
          </a:ln>
          <a:effectLst/>
        </p:spPr>
        <p:txBody>
          <a:bodyPr rtlCol="0" anchor="ctr"/>
          <a:lstStyle/>
          <a:p>
            <a:pPr algn="ctr"/>
          </a:p>
        </p:txBody>
      </p:sp>
      <p:sp>
        <p:nvSpPr>
          <p:cNvPr id="168" name="Legend color 128"/>
          <p:cNvSpPr/>
          <p:nvPr/>
        </p:nvSpPr>
        <p:spPr>
          <a:xfrm>
            <a:off x="4087996" y="6655740"/>
            <a:ext cx="28097" cy="164629"/>
          </a:xfrm>
          <a:prstGeom prst="rect">
            <a:avLst/>
          </a:prstGeom>
          <a:solidFill>
            <a:srgbClr val="CE7853"/>
          </a:solidFill>
          <a:ln>
            <a:noFill/>
          </a:ln>
          <a:effectLst/>
        </p:spPr>
        <p:txBody>
          <a:bodyPr rtlCol="0" anchor="ctr"/>
          <a:lstStyle/>
          <a:p>
            <a:pPr algn="ctr"/>
          </a:p>
        </p:txBody>
      </p:sp>
      <p:sp>
        <p:nvSpPr>
          <p:cNvPr id="169" name="Figure | Credit weight w_t"/>
          <p:cNvSpPr txBox="1"/>
          <p:nvPr/>
        </p:nvSpPr>
        <p:spPr>
          <a:xfrm>
            <a:off x="564444" y="6323094"/>
            <a:ext cx="1324386"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Credit weight </a:t>
            </a:r>
            <a:r>
              <a:rPr sz="1407" b="0">
                <a:solidFill>
                  <a:srgbClr val="72665E"/>
                </a:solidFill>
                <a:latin typeface="Arial"/>
              </a:rPr>
              <a:t>w</a:t>
            </a:r>
            <a:r>
              <a:rPr sz="1055" b="0" baseline="-25000">
                <a:solidFill>
                  <a:srgbClr val="72665E"/>
                </a:solidFill>
                <a:latin typeface="Arial"/>
              </a:rPr>
              <a:t>t</a:t>
            </a:r>
          </a:p>
        </p:txBody>
      </p:sp>
      <p:sp>
        <p:nvSpPr>
          <p:cNvPr id="170" name="Figure | 0.25"/>
          <p:cNvSpPr txBox="1"/>
          <p:nvPr/>
        </p:nvSpPr>
        <p:spPr>
          <a:xfrm>
            <a:off x="402019" y="6922111"/>
            <a:ext cx="371886"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0.25</a:t>
            </a:r>
          </a:p>
        </p:txBody>
      </p:sp>
      <p:sp>
        <p:nvSpPr>
          <p:cNvPr id="171" name="Figure | 0.5"/>
          <p:cNvSpPr txBox="1"/>
          <p:nvPr/>
        </p:nvSpPr>
        <p:spPr>
          <a:xfrm>
            <a:off x="1365997" y="6922111"/>
            <a:ext cx="277812"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0.5</a:t>
            </a:r>
          </a:p>
        </p:txBody>
      </p:sp>
      <p:sp>
        <p:nvSpPr>
          <p:cNvPr id="172" name="Figure | 1"/>
          <p:cNvSpPr txBox="1"/>
          <p:nvPr/>
        </p:nvSpPr>
        <p:spPr>
          <a:xfrm>
            <a:off x="2105595" y="6922111"/>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1</a:t>
            </a:r>
          </a:p>
        </p:txBody>
      </p:sp>
      <p:sp>
        <p:nvSpPr>
          <p:cNvPr id="173" name="Figure | 2"/>
          <p:cNvSpPr txBox="1"/>
          <p:nvPr/>
        </p:nvSpPr>
        <p:spPr>
          <a:xfrm>
            <a:off x="2943404" y="6922111"/>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2</a:t>
            </a:r>
          </a:p>
        </p:txBody>
      </p:sp>
      <p:sp>
        <p:nvSpPr>
          <p:cNvPr id="174" name="Figure | 4"/>
          <p:cNvSpPr txBox="1"/>
          <p:nvPr/>
        </p:nvSpPr>
        <p:spPr>
          <a:xfrm>
            <a:off x="4069438" y="6922111"/>
            <a:ext cx="13964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4</a:t>
            </a:r>
          </a:p>
        </p:txBody>
      </p:sp>
      <p:sp>
        <p:nvSpPr>
          <p:cNvPr id="175" name="Figure | Shared square-root scale"/>
          <p:cNvSpPr txBox="1"/>
          <p:nvPr/>
        </p:nvSpPr>
        <p:spPr>
          <a:xfrm>
            <a:off x="2309224" y="7163928"/>
            <a:ext cx="1853553" cy="231892"/>
          </a:xfrm>
          <a:prstGeom prst="rect">
            <a:avLst/>
          </a:prstGeom>
          <a:noFill/>
          <a:effectLst/>
        </p:spPr>
        <p:txBody>
          <a:bodyPr wrap="none" lIns="0" rIns="0" tIns="0" bIns="0" anchor="t">
            <a:noAutofit/>
          </a:bodyPr>
          <a:lstStyle/>
          <a:p>
            <a:pPr>
              <a:lnSpc>
                <a:spcPct val="100000"/>
              </a:lnSpc>
              <a:spcBef>
                <a:spcPts val="0"/>
              </a:spcBef>
              <a:spcAft>
                <a:spcPts val="0"/>
              </a:spcAft>
            </a:pPr>
            <a:r>
              <a:rPr sz="1259" b="0">
                <a:solidFill>
                  <a:srgbClr val="72665E"/>
                </a:solidFill>
                <a:latin typeface="Arial"/>
              </a:rPr>
              <a:t>Shared square-root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8" name="CASE | accountability | editable text and token highlights"/>
          <p:cNvGrpSpPr/>
          <p:nvPr/>
        </p:nvGrpSpPr>
        <p:grpSpPr>
          <a:xfrm>
            <a:off x="1920265" y="1481666"/>
            <a:ext cx="8351468" cy="4397963"/>
            <a:chOff x="1920265" y="1481666"/>
            <a:chExt cx="8351468" cy="4397963"/>
          </a:xfrm>
        </p:grpSpPr>
        <p:sp>
          <p:nvSpPr>
            <p:cNvPr id="2" name="accountability | token 238 | id 10751 | w=0.916992"/>
            <p:cNvSpPr/>
            <p:nvPr/>
          </p:nvSpPr>
          <p:spPr>
            <a:xfrm>
              <a:off x="1920265" y="3826466"/>
              <a:ext cx="770289" cy="534409"/>
            </a:xfrm>
            <a:prstGeom prst="rect">
              <a:avLst/>
            </a:prstGeom>
            <a:solidFill>
              <a:srgbClr val="F0CDB2"/>
            </a:solidFill>
            <a:ln w="9719">
              <a:solidFill>
                <a:srgbClr val="FFFFFF"/>
              </a:solidFill>
            </a:ln>
            <a:effectLst/>
          </p:spPr>
          <p:txBody>
            <a:bodyPr rtlCol="0" anchor="ctr"/>
            <a:lstStyle/>
            <a:p>
              <a:pPr algn="ctr"/>
            </a:p>
          </p:txBody>
        </p:sp>
        <p:sp>
          <p:nvSpPr>
            <p:cNvPr id="3" name="accountability | token 239 | id 60040 | w=0.963867"/>
            <p:cNvSpPr/>
            <p:nvPr/>
          </p:nvSpPr>
          <p:spPr>
            <a:xfrm>
              <a:off x="2665814" y="3826466"/>
              <a:ext cx="1322547" cy="534409"/>
            </a:xfrm>
            <a:prstGeom prst="rect">
              <a:avLst/>
            </a:prstGeom>
            <a:solidFill>
              <a:srgbClr val="EFCBAF"/>
            </a:solidFill>
            <a:ln w="9719">
              <a:solidFill>
                <a:srgbClr val="FFFFFF"/>
              </a:solidFill>
            </a:ln>
            <a:effectLst/>
          </p:spPr>
          <p:txBody>
            <a:bodyPr rtlCol="0" anchor="ctr"/>
            <a:lstStyle/>
            <a:p>
              <a:pPr algn="ctr"/>
            </a:p>
          </p:txBody>
        </p:sp>
        <p:sp>
          <p:nvSpPr>
            <p:cNvPr id="4" name="accountability | token 240 | id 6036 | w=0.890137"/>
            <p:cNvSpPr/>
            <p:nvPr/>
          </p:nvSpPr>
          <p:spPr>
            <a:xfrm>
              <a:off x="4082356" y="3826466"/>
              <a:ext cx="1375012" cy="534409"/>
            </a:xfrm>
            <a:prstGeom prst="rect">
              <a:avLst/>
            </a:prstGeom>
            <a:solidFill>
              <a:srgbClr val="F0CFB4"/>
            </a:solidFill>
            <a:ln w="9719">
              <a:solidFill>
                <a:srgbClr val="FFFFFF"/>
              </a:solidFill>
            </a:ln>
            <a:effectLst/>
          </p:spPr>
          <p:txBody>
            <a:bodyPr rtlCol="0" anchor="ctr"/>
            <a:lstStyle/>
            <a:p>
              <a:pPr algn="ctr"/>
            </a:p>
          </p:txBody>
        </p:sp>
        <p:sp>
          <p:nvSpPr>
            <p:cNvPr id="5" name="accountability | token 241 | id 311 | w=0.91748"/>
            <p:cNvSpPr/>
            <p:nvPr/>
          </p:nvSpPr>
          <p:spPr>
            <a:xfrm>
              <a:off x="5551363" y="3826466"/>
              <a:ext cx="397515" cy="534409"/>
            </a:xfrm>
            <a:prstGeom prst="rect">
              <a:avLst/>
            </a:prstGeom>
            <a:solidFill>
              <a:srgbClr val="F0CDB2"/>
            </a:solidFill>
            <a:ln w="9719">
              <a:solidFill>
                <a:srgbClr val="FFFFFF"/>
              </a:solidFill>
            </a:ln>
            <a:effectLst/>
          </p:spPr>
          <p:txBody>
            <a:bodyPr rtlCol="0" anchor="ctr"/>
            <a:lstStyle/>
            <a:p>
              <a:pPr algn="ctr"/>
            </a:p>
          </p:txBody>
        </p:sp>
        <p:sp>
          <p:nvSpPr>
            <p:cNvPr id="6" name="accountability | token 242 | id 1614 | w=0.797363"/>
            <p:cNvSpPr/>
            <p:nvPr/>
          </p:nvSpPr>
          <p:spPr>
            <a:xfrm>
              <a:off x="6042872" y="3826466"/>
              <a:ext cx="1220380" cy="534409"/>
            </a:xfrm>
            <a:prstGeom prst="rect">
              <a:avLst/>
            </a:prstGeom>
            <a:solidFill>
              <a:srgbClr val="F2D3BA"/>
            </a:solidFill>
            <a:ln w="9719">
              <a:solidFill>
                <a:srgbClr val="FFFFFF"/>
              </a:solidFill>
            </a:ln>
            <a:effectLst/>
          </p:spPr>
          <p:txBody>
            <a:bodyPr rtlCol="0" anchor="ctr"/>
            <a:lstStyle/>
            <a:p>
              <a:pPr algn="ctr"/>
            </a:p>
          </p:txBody>
        </p:sp>
        <p:sp>
          <p:nvSpPr>
            <p:cNvPr id="7" name="accountability | token 243 | id 27231 | w=0.859863"/>
            <p:cNvSpPr/>
            <p:nvPr/>
          </p:nvSpPr>
          <p:spPr>
            <a:xfrm>
              <a:off x="7357247" y="3826466"/>
              <a:ext cx="2468483" cy="534409"/>
            </a:xfrm>
            <a:prstGeom prst="rect">
              <a:avLst/>
            </a:prstGeom>
            <a:solidFill>
              <a:srgbClr val="F1D1B6"/>
            </a:solidFill>
            <a:ln w="9719">
              <a:solidFill>
                <a:srgbClr val="FFFFFF"/>
              </a:solidFill>
            </a:ln>
            <a:effectLst/>
          </p:spPr>
          <p:txBody>
            <a:bodyPr rtlCol="0" anchor="ctr"/>
            <a:lstStyle/>
            <a:p>
              <a:pPr algn="ctr"/>
            </a:p>
          </p:txBody>
        </p:sp>
        <p:sp>
          <p:nvSpPr>
            <p:cNvPr id="8" name="accountability | token 244 | id 323 | w=0.96875"/>
            <p:cNvSpPr/>
            <p:nvPr/>
          </p:nvSpPr>
          <p:spPr>
            <a:xfrm>
              <a:off x="1920265" y="4533356"/>
              <a:ext cx="712302" cy="534409"/>
            </a:xfrm>
            <a:prstGeom prst="rect">
              <a:avLst/>
            </a:prstGeom>
            <a:solidFill>
              <a:srgbClr val="EFCBAF"/>
            </a:solidFill>
            <a:ln w="9719">
              <a:solidFill>
                <a:srgbClr val="FFFFFF"/>
              </a:solidFill>
            </a:ln>
            <a:effectLst/>
          </p:spPr>
          <p:txBody>
            <a:bodyPr rtlCol="0" anchor="ctr"/>
            <a:lstStyle/>
            <a:p>
              <a:pPr algn="ctr"/>
            </a:p>
          </p:txBody>
        </p:sp>
        <p:sp>
          <p:nvSpPr>
            <p:cNvPr id="9" name="accountability | token 245 | id 38142 | w=0.963867"/>
            <p:cNvSpPr/>
            <p:nvPr/>
          </p:nvSpPr>
          <p:spPr>
            <a:xfrm>
              <a:off x="2726562" y="4533356"/>
              <a:ext cx="2730806" cy="534409"/>
            </a:xfrm>
            <a:prstGeom prst="rect">
              <a:avLst/>
            </a:prstGeom>
            <a:solidFill>
              <a:srgbClr val="EFCBAF"/>
            </a:solidFill>
            <a:ln w="9719">
              <a:solidFill>
                <a:srgbClr val="FFFFFF"/>
              </a:solidFill>
            </a:ln>
            <a:effectLst/>
          </p:spPr>
          <p:txBody>
            <a:bodyPr rtlCol="0" anchor="ctr"/>
            <a:lstStyle/>
            <a:p>
              <a:pPr algn="ctr"/>
            </a:p>
          </p:txBody>
        </p:sp>
        <p:sp>
          <p:nvSpPr>
            <p:cNvPr id="10" name="accountability | token 246 | id 11 | w=1.09668"/>
            <p:cNvSpPr/>
            <p:nvPr/>
          </p:nvSpPr>
          <p:spPr>
            <a:xfrm>
              <a:off x="5432627" y="4533356"/>
              <a:ext cx="113102" cy="534409"/>
            </a:xfrm>
            <a:prstGeom prst="rect">
              <a:avLst/>
            </a:prstGeom>
            <a:solidFill>
              <a:srgbClr val="EEC5A6"/>
            </a:solidFill>
            <a:ln w="9719">
              <a:solidFill>
                <a:srgbClr val="FFFFFF"/>
              </a:solidFill>
            </a:ln>
            <a:effectLst/>
          </p:spPr>
          <p:txBody>
            <a:bodyPr rtlCol="0" anchor="ctr"/>
            <a:lstStyle/>
            <a:p>
              <a:pPr algn="ctr"/>
            </a:p>
          </p:txBody>
        </p:sp>
        <p:sp>
          <p:nvSpPr>
            <p:cNvPr id="11" name="accountability | token 247 | id 323 | w=0.894531"/>
            <p:cNvSpPr/>
            <p:nvPr/>
          </p:nvSpPr>
          <p:spPr>
            <a:xfrm>
              <a:off x="5639724" y="4533356"/>
              <a:ext cx="712302" cy="534409"/>
            </a:xfrm>
            <a:prstGeom prst="rect">
              <a:avLst/>
            </a:prstGeom>
            <a:solidFill>
              <a:srgbClr val="F0CFB4"/>
            </a:solidFill>
            <a:ln w="9719">
              <a:solidFill>
                <a:srgbClr val="FFFFFF"/>
              </a:solidFill>
            </a:ln>
            <a:effectLst/>
          </p:spPr>
          <p:txBody>
            <a:bodyPr rtlCol="0" anchor="ctr"/>
            <a:lstStyle/>
            <a:p>
              <a:pPr algn="ctr"/>
            </a:p>
          </p:txBody>
        </p:sp>
        <p:sp>
          <p:nvSpPr>
            <p:cNvPr id="12" name="accountability | token 248 | id 3331 | w=0.960938"/>
            <p:cNvSpPr/>
            <p:nvPr/>
          </p:nvSpPr>
          <p:spPr>
            <a:xfrm>
              <a:off x="6446021" y="4533356"/>
              <a:ext cx="875218" cy="534409"/>
            </a:xfrm>
            <a:prstGeom prst="rect">
              <a:avLst/>
            </a:prstGeom>
            <a:solidFill>
              <a:srgbClr val="EFCBAF"/>
            </a:solidFill>
            <a:ln w="9719">
              <a:solidFill>
                <a:srgbClr val="FFFFFF"/>
              </a:solidFill>
            </a:ln>
            <a:effectLst/>
          </p:spPr>
          <p:txBody>
            <a:bodyPr rtlCol="0" anchor="ctr"/>
            <a:lstStyle/>
            <a:p>
              <a:pPr algn="ctr"/>
            </a:p>
          </p:txBody>
        </p:sp>
        <p:sp>
          <p:nvSpPr>
            <p:cNvPr id="13" name="accountability | token 249 | id 1105 | w=0.963867"/>
            <p:cNvSpPr/>
            <p:nvPr/>
          </p:nvSpPr>
          <p:spPr>
            <a:xfrm>
              <a:off x="7415234" y="4533356"/>
              <a:ext cx="982909" cy="534409"/>
            </a:xfrm>
            <a:prstGeom prst="rect">
              <a:avLst/>
            </a:prstGeom>
            <a:solidFill>
              <a:srgbClr val="EFCBAF"/>
            </a:solidFill>
            <a:ln w="9719">
              <a:solidFill>
                <a:srgbClr val="FFFFFF"/>
              </a:solidFill>
            </a:ln>
            <a:effectLst/>
          </p:spPr>
          <p:txBody>
            <a:bodyPr rtlCol="0" anchor="ctr"/>
            <a:lstStyle/>
            <a:p>
              <a:pPr algn="ctr"/>
            </a:p>
          </p:txBody>
        </p:sp>
        <p:sp>
          <p:nvSpPr>
            <p:cNvPr id="14" name="accountability | token 250 | id 35877 | w=4"/>
            <p:cNvSpPr/>
            <p:nvPr/>
          </p:nvSpPr>
          <p:spPr>
            <a:xfrm>
              <a:off x="1920265" y="5240247"/>
              <a:ext cx="2305567" cy="534409"/>
            </a:xfrm>
            <a:prstGeom prst="rect">
              <a:avLst/>
            </a:prstGeom>
            <a:solidFill>
              <a:srgbClr val="CE7853"/>
            </a:solidFill>
            <a:ln w="9719">
              <a:solidFill>
                <a:srgbClr val="FFFFFF"/>
              </a:solidFill>
            </a:ln>
            <a:effectLst/>
          </p:spPr>
          <p:txBody>
            <a:bodyPr rtlCol="0" anchor="ctr"/>
            <a:lstStyle/>
            <a:p>
              <a:pPr algn="ctr"/>
            </a:p>
          </p:txBody>
        </p:sp>
        <p:sp>
          <p:nvSpPr>
            <p:cNvPr id="15" name="accountability | token 251 | id 369 | w=0.96582"/>
            <p:cNvSpPr/>
            <p:nvPr/>
          </p:nvSpPr>
          <p:spPr>
            <a:xfrm>
              <a:off x="4319827" y="5240247"/>
              <a:ext cx="585283" cy="534409"/>
            </a:xfrm>
            <a:prstGeom prst="rect">
              <a:avLst/>
            </a:prstGeom>
            <a:solidFill>
              <a:srgbClr val="EFCBAF"/>
            </a:solidFill>
            <a:ln w="9719">
              <a:solidFill>
                <a:srgbClr val="FFFFFF"/>
              </a:solidFill>
            </a:ln>
            <a:effectLst/>
          </p:spPr>
          <p:txBody>
            <a:bodyPr rtlCol="0" anchor="ctr"/>
            <a:lstStyle/>
            <a:p>
              <a:pPr algn="ctr"/>
            </a:p>
          </p:txBody>
        </p:sp>
        <p:sp>
          <p:nvSpPr>
            <p:cNvPr id="16" name="accountability | token 252 | id 862 | w=0.994141"/>
            <p:cNvSpPr/>
            <p:nvPr/>
          </p:nvSpPr>
          <p:spPr>
            <a:xfrm>
              <a:off x="4999104" y="5240247"/>
              <a:ext cx="902831" cy="534409"/>
            </a:xfrm>
            <a:prstGeom prst="rect">
              <a:avLst/>
            </a:prstGeom>
            <a:solidFill>
              <a:srgbClr val="EFC9AD"/>
            </a:solidFill>
            <a:ln w="9719">
              <a:solidFill>
                <a:srgbClr val="FFFFFF"/>
              </a:solidFill>
            </a:ln>
            <a:effectLst/>
          </p:spPr>
          <p:txBody>
            <a:bodyPr rtlCol="0" anchor="ctr"/>
            <a:lstStyle/>
            <a:p>
              <a:pPr algn="ctr"/>
            </a:p>
          </p:txBody>
        </p:sp>
        <p:sp>
          <p:nvSpPr>
            <p:cNvPr id="17" name="accountability | token 253 | id 6168 | w=0.963379"/>
            <p:cNvSpPr/>
            <p:nvPr/>
          </p:nvSpPr>
          <p:spPr>
            <a:xfrm>
              <a:off x="5995930" y="5240247"/>
              <a:ext cx="1377773" cy="534409"/>
            </a:xfrm>
            <a:prstGeom prst="rect">
              <a:avLst/>
            </a:prstGeom>
            <a:solidFill>
              <a:srgbClr val="EFCBAF"/>
            </a:solidFill>
            <a:ln w="9719">
              <a:solidFill>
                <a:srgbClr val="FFFFFF"/>
              </a:solidFill>
            </a:ln>
            <a:effectLst/>
          </p:spPr>
          <p:txBody>
            <a:bodyPr rtlCol="0" anchor="ctr"/>
            <a:lstStyle/>
            <a:p>
              <a:pPr algn="ctr"/>
            </a:p>
          </p:txBody>
        </p:sp>
        <p:sp>
          <p:nvSpPr>
            <p:cNvPr id="18" name="accountability | token 254 | id 323 | w=0.997559"/>
            <p:cNvSpPr/>
            <p:nvPr/>
          </p:nvSpPr>
          <p:spPr>
            <a:xfrm>
              <a:off x="7467698" y="5240247"/>
              <a:ext cx="712302" cy="534409"/>
            </a:xfrm>
            <a:prstGeom prst="rect">
              <a:avLst/>
            </a:prstGeom>
            <a:solidFill>
              <a:srgbClr val="EFC9AD"/>
            </a:solidFill>
            <a:ln w="9719">
              <a:solidFill>
                <a:srgbClr val="FFFFFF"/>
              </a:solidFill>
            </a:ln>
            <a:effectLst/>
          </p:spPr>
          <p:txBody>
            <a:bodyPr rtlCol="0" anchor="ctr"/>
            <a:lstStyle/>
            <a:p>
              <a:pPr algn="ctr"/>
            </a:p>
          </p:txBody>
        </p:sp>
        <p:sp>
          <p:nvSpPr>
            <p:cNvPr id="19" name="accountability | token 255 | id 11181 | w=0.963379"/>
            <p:cNvSpPr/>
            <p:nvPr/>
          </p:nvSpPr>
          <p:spPr>
            <a:xfrm>
              <a:off x="8273995" y="5240247"/>
              <a:ext cx="1803012" cy="534409"/>
            </a:xfrm>
            <a:prstGeom prst="rect">
              <a:avLst/>
            </a:prstGeom>
            <a:solidFill>
              <a:srgbClr val="EFCBAF"/>
            </a:solidFill>
            <a:ln w="9719">
              <a:solidFill>
                <a:srgbClr val="FFFFFF"/>
              </a:solidFill>
            </a:ln>
            <a:effectLst/>
          </p:spPr>
          <p:txBody>
            <a:bodyPr rtlCol="0" anchor="ctr"/>
            <a:lstStyle/>
            <a:p>
              <a:pPr algn="ctr"/>
            </a:p>
          </p:txBody>
        </p:sp>
        <p:sp>
          <p:nvSpPr>
            <p:cNvPr id="20" name="accountability | token 256 | id 13 | w=0.960449"/>
            <p:cNvSpPr/>
            <p:nvPr/>
          </p:nvSpPr>
          <p:spPr>
            <a:xfrm>
              <a:off x="10052266" y="5240247"/>
              <a:ext cx="143476" cy="534409"/>
            </a:xfrm>
            <a:prstGeom prst="rect">
              <a:avLst/>
            </a:prstGeom>
            <a:solidFill>
              <a:srgbClr val="EFCBAF"/>
            </a:solidFill>
            <a:ln w="9719">
              <a:solidFill>
                <a:srgbClr val="FFFFFF"/>
              </a:solidFill>
            </a:ln>
            <a:effectLst/>
          </p:spPr>
          <p:txBody>
            <a:bodyPr rtlCol="0" anchor="ctr"/>
            <a:lstStyle/>
            <a:p>
              <a:pPr algn="ctr"/>
            </a:p>
          </p:txBody>
        </p:sp>
        <p:sp>
          <p:nvSpPr>
            <p:cNvPr id="21" name="accountability | (b)  Giving concrete guidance"/>
            <p:cNvSpPr txBox="1"/>
            <p:nvPr/>
          </p:nvSpPr>
          <p:spPr>
            <a:xfrm>
              <a:off x="1932636" y="1481666"/>
              <a:ext cx="5409368" cy="547729"/>
            </a:xfrm>
            <a:prstGeom prst="rect">
              <a:avLst/>
            </a:prstGeom>
            <a:noFill/>
            <a:effectLst/>
          </p:spPr>
          <p:txBody>
            <a:bodyPr wrap="none" lIns="0" rIns="0" tIns="0" bIns="0" anchor="t">
              <a:noAutofit/>
            </a:bodyPr>
            <a:lstStyle/>
            <a:p>
              <a:pPr>
                <a:lnSpc>
                  <a:spcPct val="100000"/>
                </a:lnSpc>
                <a:spcBef>
                  <a:spcPts val="0"/>
                </a:spcBef>
                <a:spcAft>
                  <a:spcPts val="0"/>
                </a:spcAft>
              </a:pPr>
              <a:r>
                <a:rPr sz="2974" b="1">
                  <a:solidFill>
                    <a:srgbClr val="29231F"/>
                  </a:solidFill>
                  <a:latin typeface="Arial"/>
                </a:rPr>
                <a:t>(b)  Giving concrete guidance</a:t>
              </a:r>
            </a:p>
          </p:txBody>
        </p:sp>
        <p:sp>
          <p:nvSpPr>
            <p:cNvPr id="22" name="accountability | A = +1.34    ·    rank 1/8"/>
            <p:cNvSpPr txBox="1"/>
            <p:nvPr/>
          </p:nvSpPr>
          <p:spPr>
            <a:xfrm>
              <a:off x="1932636" y="2099621"/>
              <a:ext cx="3515123" cy="480464"/>
            </a:xfrm>
            <a:prstGeom prst="rect">
              <a:avLst/>
            </a:prstGeom>
            <a:noFill/>
            <a:effectLst/>
          </p:spPr>
          <p:txBody>
            <a:bodyPr wrap="none" lIns="0" rIns="0" tIns="0" bIns="0" anchor="t">
              <a:noAutofit/>
            </a:bodyPr>
            <a:lstStyle/>
            <a:p>
              <a:pPr>
                <a:lnSpc>
                  <a:spcPct val="100000"/>
                </a:lnSpc>
                <a:spcBef>
                  <a:spcPts val="0"/>
                </a:spcBef>
                <a:spcAft>
                  <a:spcPts val="0"/>
                </a:spcAft>
              </a:pPr>
              <a:r>
                <a:rPr sz="2609" b="0">
                  <a:solidFill>
                    <a:srgbClr val="72665E"/>
                  </a:solidFill>
                  <a:latin typeface="Arial"/>
                </a:rPr>
                <a:t>A = +1.34    ·    rank 1/8</a:t>
              </a:r>
            </a:p>
          </p:txBody>
        </p:sp>
        <p:sp>
          <p:nvSpPr>
            <p:cNvPr id="23" name="accountability | Prompt: How can a company promote"/>
            <p:cNvSpPr txBox="1"/>
            <p:nvPr/>
          </p:nvSpPr>
          <p:spPr>
            <a:xfrm>
              <a:off x="1932636" y="2669816"/>
              <a:ext cx="5729678" cy="486870"/>
            </a:xfrm>
            <a:prstGeom prst="rect">
              <a:avLst/>
            </a:prstGeom>
            <a:noFill/>
            <a:effectLst/>
          </p:spPr>
          <p:txBody>
            <a:bodyPr wrap="none" lIns="0" rIns="0" tIns="0" bIns="0" anchor="t">
              <a:noAutofit/>
            </a:bodyPr>
            <a:lstStyle/>
            <a:p>
              <a:pPr>
                <a:lnSpc>
                  <a:spcPct val="100000"/>
                </a:lnSpc>
                <a:spcBef>
                  <a:spcPts val="0"/>
                </a:spcBef>
                <a:spcAft>
                  <a:spcPts val="0"/>
                </a:spcAft>
              </a:pPr>
              <a:r>
                <a:rPr sz="2643" b="0">
                  <a:solidFill>
                    <a:srgbClr val="72665E"/>
                  </a:solidFill>
                  <a:latin typeface="Arial"/>
                </a:rPr>
                <a:t>Prompt: How can a company promote</a:t>
              </a:r>
            </a:p>
          </p:txBody>
        </p:sp>
        <p:sp>
          <p:nvSpPr>
            <p:cNvPr id="24" name="accountability | transparency and accountability?"/>
            <p:cNvSpPr txBox="1"/>
            <p:nvPr/>
          </p:nvSpPr>
          <p:spPr>
            <a:xfrm>
              <a:off x="1932636" y="3111623"/>
              <a:ext cx="5017265" cy="486870"/>
            </a:xfrm>
            <a:prstGeom prst="rect">
              <a:avLst/>
            </a:prstGeom>
            <a:noFill/>
            <a:effectLst/>
          </p:spPr>
          <p:txBody>
            <a:bodyPr wrap="none" lIns="0" rIns="0" tIns="0" bIns="0" anchor="t">
              <a:noAutofit/>
            </a:bodyPr>
            <a:lstStyle/>
            <a:p>
              <a:pPr>
                <a:lnSpc>
                  <a:spcPct val="100000"/>
                </a:lnSpc>
                <a:spcBef>
                  <a:spcPts val="0"/>
                </a:spcBef>
                <a:spcAft>
                  <a:spcPts val="0"/>
                </a:spcAft>
              </a:pPr>
              <a:r>
                <a:rPr sz="2643" b="0">
                  <a:solidFill>
                    <a:srgbClr val="72665E"/>
                  </a:solidFill>
                  <a:latin typeface="Arial"/>
                </a:rPr>
                <a:t>transparency and accountability?</a:t>
              </a:r>
            </a:p>
          </p:txBody>
        </p:sp>
        <p:sp>
          <p:nvSpPr>
            <p:cNvPr id="25" name="accountability | Encourage leaders to model transparency"/>
            <p:cNvSpPr txBox="1"/>
            <p:nvPr/>
          </p:nvSpPr>
          <p:spPr>
            <a:xfrm>
              <a:off x="1932636" y="3773979"/>
              <a:ext cx="7969085" cy="691869"/>
            </a:xfrm>
            <a:prstGeom prst="rect">
              <a:avLst/>
            </a:prstGeom>
            <a:noFill/>
            <a:effectLst/>
          </p:spPr>
          <p:txBody>
            <a:bodyPr wrap="none" lIns="0" rIns="0" tIns="0" bIns="0" anchor="t">
              <a:noAutofit/>
            </a:bodyPr>
            <a:lstStyle/>
            <a:p>
              <a:pPr>
                <a:lnSpc>
                  <a:spcPct val="100000"/>
                </a:lnSpc>
                <a:spcBef>
                  <a:spcPts val="0"/>
                </a:spcBef>
                <a:spcAft>
                  <a:spcPts val="0"/>
                </a:spcAft>
              </a:pPr>
              <a:r>
                <a:rPr sz="3757" b="0">
                  <a:solidFill>
                    <a:srgbClr val="29231F"/>
                  </a:solidFill>
                  <a:latin typeface="Times New Roman"/>
                </a:rPr>
                <a:t>Encourage leaders to model transparency</a:t>
              </a:r>
            </a:p>
          </p:txBody>
        </p:sp>
        <p:sp>
          <p:nvSpPr>
            <p:cNvPr id="26" name="accountability | and accountability, and hold them"/>
            <p:cNvSpPr txBox="1"/>
            <p:nvPr/>
          </p:nvSpPr>
          <p:spPr>
            <a:xfrm>
              <a:off x="1932636" y="4480870"/>
              <a:ext cx="6541497" cy="691869"/>
            </a:xfrm>
            <a:prstGeom prst="rect">
              <a:avLst/>
            </a:prstGeom>
            <a:noFill/>
            <a:effectLst/>
          </p:spPr>
          <p:txBody>
            <a:bodyPr wrap="none" lIns="0" rIns="0" tIns="0" bIns="0" anchor="t">
              <a:noAutofit/>
            </a:bodyPr>
            <a:lstStyle/>
            <a:p>
              <a:pPr>
                <a:lnSpc>
                  <a:spcPct val="100000"/>
                </a:lnSpc>
                <a:spcBef>
                  <a:spcPts val="0"/>
                </a:spcBef>
                <a:spcAft>
                  <a:spcPts val="0"/>
                </a:spcAft>
              </a:pPr>
              <a:r>
                <a:rPr sz="3757" b="0">
                  <a:solidFill>
                    <a:srgbClr val="29231F"/>
                  </a:solidFill>
                  <a:latin typeface="Times New Roman"/>
                </a:rPr>
                <a:t>and accountability, and hold them</a:t>
              </a:r>
            </a:p>
          </p:txBody>
        </p:sp>
        <p:sp>
          <p:nvSpPr>
            <p:cNvPr id="27" name="accountability | accountable for their actions and decisions."/>
            <p:cNvSpPr txBox="1"/>
            <p:nvPr/>
          </p:nvSpPr>
          <p:spPr>
            <a:xfrm>
              <a:off x="1932636" y="5187760"/>
              <a:ext cx="8339097" cy="691869"/>
            </a:xfrm>
            <a:prstGeom prst="rect">
              <a:avLst/>
            </a:prstGeom>
            <a:noFill/>
            <a:effectLst/>
          </p:spPr>
          <p:txBody>
            <a:bodyPr wrap="none" lIns="0" rIns="0" tIns="0" bIns="0" anchor="t">
              <a:noAutofit/>
            </a:bodyPr>
            <a:lstStyle/>
            <a:p>
              <a:pPr>
                <a:lnSpc>
                  <a:spcPct val="100000"/>
                </a:lnSpc>
                <a:spcBef>
                  <a:spcPts val="0"/>
                </a:spcBef>
                <a:spcAft>
                  <a:spcPts val="0"/>
                </a:spcAft>
              </a:pPr>
              <a:r>
                <a:rPr sz="3757" b="0">
                  <a:solidFill>
                    <a:srgbClr val="29231F"/>
                  </a:solidFill>
                  <a:latin typeface="Times New Roman"/>
                </a:rPr>
                <a:t>accountable for their actions and decisions.</a:t>
              </a:r>
            </a:p>
          </p:txBody>
        </p:sp>
      </p:grpSp>
      <p:sp>
        <p:nvSpPr>
          <p:cNvPr id="29" name="CASE (b)  /  POSITIVE ADVANTAGE"/>
          <p:cNvSpPr txBox="1"/>
          <p:nvPr/>
        </p:nvSpPr>
        <p:spPr>
          <a:xfrm>
            <a:off x="564444" y="423333"/>
            <a:ext cx="11063111" cy="352777"/>
          </a:xfrm>
          <a:prstGeom prst="rect">
            <a:avLst/>
          </a:prstGeom>
          <a:noFill/>
          <a:effectLst/>
        </p:spPr>
        <p:txBody>
          <a:bodyPr wrap="none" lIns="0" rIns="0" tIns="0" bIns="0" anchor="t">
            <a:noAutofit/>
          </a:bodyPr>
          <a:lstStyle/>
          <a:p>
            <a:pPr>
              <a:lnSpc>
                <a:spcPct val="100000"/>
              </a:lnSpc>
              <a:spcBef>
                <a:spcPts val="0"/>
              </a:spcBef>
              <a:spcAft>
                <a:spcPts val="0"/>
              </a:spcAft>
            </a:pPr>
            <a:r>
              <a:rPr sz="1851" b="1">
                <a:solidFill>
                  <a:srgbClr val="9A4C30"/>
                </a:solidFill>
                <a:latin typeface="Arial"/>
              </a:rPr>
              <a:t>CASE (b)  /  POSITIVE ADVANTAGE</a:t>
            </a:r>
          </a:p>
        </p:txBody>
      </p:sp>
      <p:sp>
        <p:nvSpPr>
          <p:cNvPr id="30" name="VPO · Qwen3-14B-Base · λ = 4"/>
          <p:cNvSpPr txBox="1"/>
          <p:nvPr/>
        </p:nvSpPr>
        <p:spPr>
          <a:xfrm>
            <a:off x="564444" y="823148"/>
            <a:ext cx="11063111" cy="282222"/>
          </a:xfrm>
          <a:prstGeom prst="rect">
            <a:avLst/>
          </a:prstGeom>
          <a:noFill/>
          <a:effectLst/>
        </p:spPr>
        <p:txBody>
          <a:bodyPr wrap="none" lIns="0" rIns="0" tIns="0" bIns="0" anchor="t">
            <a:noAutofit/>
          </a:bodyPr>
          <a:lstStyle/>
          <a:p>
            <a:pPr>
              <a:lnSpc>
                <a:spcPct val="100000"/>
              </a:lnSpc>
              <a:spcBef>
                <a:spcPts val="0"/>
              </a:spcBef>
              <a:spcAft>
                <a:spcPts val="0"/>
              </a:spcAft>
            </a:pPr>
            <a:r>
              <a:rPr sz="1481" b="0">
                <a:solidFill>
                  <a:srgbClr val="72665E"/>
                </a:solidFill>
                <a:latin typeface="Arial"/>
              </a:rPr>
              <a:t>VPO · Qwen3-14B-Base · λ = 4</a:t>
            </a:r>
          </a:p>
        </p:txBody>
      </p:sp>
      <p:sp>
        <p:nvSpPr>
          <p:cNvPr id="31" name="Same saved token weights and shared square-root color scale as th"/>
          <p:cNvSpPr txBox="1"/>
          <p:nvPr/>
        </p:nvSpPr>
        <p:spPr>
          <a:xfrm>
            <a:off x="564444" y="7949259"/>
            <a:ext cx="11063111" cy="268111"/>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Same saved token weights and shared square-root color scale as the overview.</a:t>
            </a:r>
          </a:p>
        </p:txBody>
      </p:sp>
      <p:cxnSp>
        <p:nvCxnSpPr>
          <p:cNvPr id="32" name="Rule or legend tick 0"/>
          <p:cNvCxnSpPr/>
          <p:nvPr/>
        </p:nvCxnSpPr>
        <p:spPr>
          <a:xfrm>
            <a:off x="564444" y="6820370"/>
            <a:ext cx="0" cy="58796"/>
          </a:xfrm>
          <a:prstGeom prst="line">
            <a:avLst/>
          </a:prstGeom>
          <a:ln w="11759">
            <a:solidFill>
              <a:srgbClr val="72665E"/>
            </a:solidFill>
          </a:ln>
          <a:effectLst/>
        </p:spPr>
      </p:cxnSp>
      <p:cxnSp>
        <p:nvCxnSpPr>
          <p:cNvPr id="33" name="Rule or legend tick 1"/>
          <p:cNvCxnSpPr/>
          <p:nvPr/>
        </p:nvCxnSpPr>
        <p:spPr>
          <a:xfrm>
            <a:off x="1481385" y="6820370"/>
            <a:ext cx="0" cy="58796"/>
          </a:xfrm>
          <a:prstGeom prst="line">
            <a:avLst/>
          </a:prstGeom>
          <a:ln w="11759">
            <a:solidFill>
              <a:srgbClr val="72665E"/>
            </a:solidFill>
          </a:ln>
          <a:effectLst/>
        </p:spPr>
      </p:cxnSp>
      <p:cxnSp>
        <p:nvCxnSpPr>
          <p:cNvPr id="34" name="Rule or legend tick 2"/>
          <p:cNvCxnSpPr/>
          <p:nvPr/>
        </p:nvCxnSpPr>
        <p:spPr>
          <a:xfrm>
            <a:off x="2152632" y="6820370"/>
            <a:ext cx="0" cy="58796"/>
          </a:xfrm>
          <a:prstGeom prst="line">
            <a:avLst/>
          </a:prstGeom>
          <a:ln w="11759">
            <a:solidFill>
              <a:srgbClr val="72665E"/>
            </a:solidFill>
          </a:ln>
          <a:effectLst/>
        </p:spPr>
      </p:cxnSp>
      <p:cxnSp>
        <p:nvCxnSpPr>
          <p:cNvPr id="35" name="Rule or legend tick 3"/>
          <p:cNvCxnSpPr/>
          <p:nvPr/>
        </p:nvCxnSpPr>
        <p:spPr>
          <a:xfrm>
            <a:off x="2990441" y="6820370"/>
            <a:ext cx="0" cy="58796"/>
          </a:xfrm>
          <a:prstGeom prst="line">
            <a:avLst/>
          </a:prstGeom>
          <a:ln w="11759">
            <a:solidFill>
              <a:srgbClr val="72665E"/>
            </a:solidFill>
          </a:ln>
          <a:effectLst/>
        </p:spPr>
      </p:cxnSp>
      <p:cxnSp>
        <p:nvCxnSpPr>
          <p:cNvPr id="36" name="Rule or legend tick 4"/>
          <p:cNvCxnSpPr/>
          <p:nvPr/>
        </p:nvCxnSpPr>
        <p:spPr>
          <a:xfrm>
            <a:off x="4115740" y="6820370"/>
            <a:ext cx="0" cy="58796"/>
          </a:xfrm>
          <a:prstGeom prst="line">
            <a:avLst/>
          </a:prstGeom>
          <a:ln w="11759">
            <a:solidFill>
              <a:srgbClr val="72665E"/>
            </a:solidFill>
          </a:ln>
          <a:effectLst/>
        </p:spPr>
      </p:cxnSp>
      <p:sp>
        <p:nvSpPr>
          <p:cNvPr id="37" name="Legend color 001"/>
          <p:cNvSpPr/>
          <p:nvPr/>
        </p:nvSpPr>
        <p:spPr>
          <a:xfrm>
            <a:off x="564444" y="6655740"/>
            <a:ext cx="28097" cy="164629"/>
          </a:xfrm>
          <a:prstGeom prst="rect">
            <a:avLst/>
          </a:prstGeom>
          <a:solidFill>
            <a:srgbClr val="FCF8F2"/>
          </a:solidFill>
          <a:ln>
            <a:noFill/>
          </a:ln>
          <a:effectLst/>
        </p:spPr>
        <p:txBody>
          <a:bodyPr rtlCol="0" anchor="ctr"/>
          <a:lstStyle/>
          <a:p>
            <a:pPr algn="ctr"/>
          </a:p>
        </p:txBody>
      </p:sp>
      <p:sp>
        <p:nvSpPr>
          <p:cNvPr id="38" name="Legend color 002"/>
          <p:cNvSpPr/>
          <p:nvPr/>
        </p:nvSpPr>
        <p:spPr>
          <a:xfrm>
            <a:off x="592188" y="6655740"/>
            <a:ext cx="28097" cy="164629"/>
          </a:xfrm>
          <a:prstGeom prst="rect">
            <a:avLst/>
          </a:prstGeom>
          <a:solidFill>
            <a:srgbClr val="FCF7F1"/>
          </a:solidFill>
          <a:ln>
            <a:noFill/>
          </a:ln>
          <a:effectLst/>
        </p:spPr>
        <p:txBody>
          <a:bodyPr rtlCol="0" anchor="ctr"/>
          <a:lstStyle/>
          <a:p>
            <a:pPr algn="ctr"/>
          </a:p>
        </p:txBody>
      </p:sp>
      <p:sp>
        <p:nvSpPr>
          <p:cNvPr id="39" name="Legend color 003"/>
          <p:cNvSpPr/>
          <p:nvPr/>
        </p:nvSpPr>
        <p:spPr>
          <a:xfrm>
            <a:off x="619933" y="6655740"/>
            <a:ext cx="28097" cy="164629"/>
          </a:xfrm>
          <a:prstGeom prst="rect">
            <a:avLst/>
          </a:prstGeom>
          <a:solidFill>
            <a:srgbClr val="FCF6F0"/>
          </a:solidFill>
          <a:ln>
            <a:noFill/>
          </a:ln>
          <a:effectLst/>
        </p:spPr>
        <p:txBody>
          <a:bodyPr rtlCol="0" anchor="ctr"/>
          <a:lstStyle/>
          <a:p>
            <a:pPr algn="ctr"/>
          </a:p>
        </p:txBody>
      </p:sp>
      <p:sp>
        <p:nvSpPr>
          <p:cNvPr id="40" name="Legend color 004"/>
          <p:cNvSpPr/>
          <p:nvPr/>
        </p:nvSpPr>
        <p:spPr>
          <a:xfrm>
            <a:off x="647677" y="6655740"/>
            <a:ext cx="28097" cy="164629"/>
          </a:xfrm>
          <a:prstGeom prst="rect">
            <a:avLst/>
          </a:prstGeom>
          <a:solidFill>
            <a:srgbClr val="FBF6EF"/>
          </a:solidFill>
          <a:ln>
            <a:noFill/>
          </a:ln>
          <a:effectLst/>
        </p:spPr>
        <p:txBody>
          <a:bodyPr rtlCol="0" anchor="ctr"/>
          <a:lstStyle/>
          <a:p>
            <a:pPr algn="ctr"/>
          </a:p>
        </p:txBody>
      </p:sp>
      <p:sp>
        <p:nvSpPr>
          <p:cNvPr id="41" name="Legend color 005"/>
          <p:cNvSpPr/>
          <p:nvPr/>
        </p:nvSpPr>
        <p:spPr>
          <a:xfrm>
            <a:off x="675422" y="6655740"/>
            <a:ext cx="28097" cy="164629"/>
          </a:xfrm>
          <a:prstGeom prst="rect">
            <a:avLst/>
          </a:prstGeom>
          <a:solidFill>
            <a:srgbClr val="FBF5EE"/>
          </a:solidFill>
          <a:ln>
            <a:noFill/>
          </a:ln>
          <a:effectLst/>
        </p:spPr>
        <p:txBody>
          <a:bodyPr rtlCol="0" anchor="ctr"/>
          <a:lstStyle/>
          <a:p>
            <a:pPr algn="ctr"/>
          </a:p>
        </p:txBody>
      </p:sp>
      <p:sp>
        <p:nvSpPr>
          <p:cNvPr id="42" name="Legend color 006"/>
          <p:cNvSpPr/>
          <p:nvPr/>
        </p:nvSpPr>
        <p:spPr>
          <a:xfrm>
            <a:off x="703166" y="6655740"/>
            <a:ext cx="28097" cy="164629"/>
          </a:xfrm>
          <a:prstGeom prst="rect">
            <a:avLst/>
          </a:prstGeom>
          <a:solidFill>
            <a:srgbClr val="FBF5ED"/>
          </a:solidFill>
          <a:ln>
            <a:noFill/>
          </a:ln>
          <a:effectLst/>
        </p:spPr>
        <p:txBody>
          <a:bodyPr rtlCol="0" anchor="ctr"/>
          <a:lstStyle/>
          <a:p>
            <a:pPr algn="ctr"/>
          </a:p>
        </p:txBody>
      </p:sp>
      <p:sp>
        <p:nvSpPr>
          <p:cNvPr id="43" name="Legend color 007"/>
          <p:cNvSpPr/>
          <p:nvPr/>
        </p:nvSpPr>
        <p:spPr>
          <a:xfrm>
            <a:off x="730911" y="6655740"/>
            <a:ext cx="28097" cy="164629"/>
          </a:xfrm>
          <a:prstGeom prst="rect">
            <a:avLst/>
          </a:prstGeom>
          <a:solidFill>
            <a:srgbClr val="FBF4EC"/>
          </a:solidFill>
          <a:ln>
            <a:noFill/>
          </a:ln>
          <a:effectLst/>
        </p:spPr>
        <p:txBody>
          <a:bodyPr rtlCol="0" anchor="ctr"/>
          <a:lstStyle/>
          <a:p>
            <a:pPr algn="ctr"/>
          </a:p>
        </p:txBody>
      </p:sp>
      <p:sp>
        <p:nvSpPr>
          <p:cNvPr id="44" name="Legend color 008"/>
          <p:cNvSpPr/>
          <p:nvPr/>
        </p:nvSpPr>
        <p:spPr>
          <a:xfrm>
            <a:off x="758655" y="6655740"/>
            <a:ext cx="28097" cy="164629"/>
          </a:xfrm>
          <a:prstGeom prst="rect">
            <a:avLst/>
          </a:prstGeom>
          <a:solidFill>
            <a:srgbClr val="FBF3EB"/>
          </a:solidFill>
          <a:ln>
            <a:noFill/>
          </a:ln>
          <a:effectLst/>
        </p:spPr>
        <p:txBody>
          <a:bodyPr rtlCol="0" anchor="ctr"/>
          <a:lstStyle/>
          <a:p>
            <a:pPr algn="ctr"/>
          </a:p>
        </p:txBody>
      </p:sp>
      <p:sp>
        <p:nvSpPr>
          <p:cNvPr id="45" name="Legend color 009"/>
          <p:cNvSpPr/>
          <p:nvPr/>
        </p:nvSpPr>
        <p:spPr>
          <a:xfrm>
            <a:off x="786400" y="6655740"/>
            <a:ext cx="28097" cy="164629"/>
          </a:xfrm>
          <a:prstGeom prst="rect">
            <a:avLst/>
          </a:prstGeom>
          <a:solidFill>
            <a:srgbClr val="FAF3EA"/>
          </a:solidFill>
          <a:ln>
            <a:noFill/>
          </a:ln>
          <a:effectLst/>
        </p:spPr>
        <p:txBody>
          <a:bodyPr rtlCol="0" anchor="ctr"/>
          <a:lstStyle/>
          <a:p>
            <a:pPr algn="ctr"/>
          </a:p>
        </p:txBody>
      </p:sp>
      <p:sp>
        <p:nvSpPr>
          <p:cNvPr id="46" name="Legend color 010"/>
          <p:cNvSpPr/>
          <p:nvPr/>
        </p:nvSpPr>
        <p:spPr>
          <a:xfrm>
            <a:off x="814144" y="6655740"/>
            <a:ext cx="28097" cy="164629"/>
          </a:xfrm>
          <a:prstGeom prst="rect">
            <a:avLst/>
          </a:prstGeom>
          <a:solidFill>
            <a:srgbClr val="FAF2E9"/>
          </a:solidFill>
          <a:ln>
            <a:noFill/>
          </a:ln>
          <a:effectLst/>
        </p:spPr>
        <p:txBody>
          <a:bodyPr rtlCol="0" anchor="ctr"/>
          <a:lstStyle/>
          <a:p>
            <a:pPr algn="ctr"/>
          </a:p>
        </p:txBody>
      </p:sp>
      <p:sp>
        <p:nvSpPr>
          <p:cNvPr id="47" name="Legend color 011"/>
          <p:cNvSpPr/>
          <p:nvPr/>
        </p:nvSpPr>
        <p:spPr>
          <a:xfrm>
            <a:off x="841889" y="6655740"/>
            <a:ext cx="28097" cy="164629"/>
          </a:xfrm>
          <a:prstGeom prst="rect">
            <a:avLst/>
          </a:prstGeom>
          <a:solidFill>
            <a:srgbClr val="FAF1E8"/>
          </a:solidFill>
          <a:ln>
            <a:noFill/>
          </a:ln>
          <a:effectLst/>
        </p:spPr>
        <p:txBody>
          <a:bodyPr rtlCol="0" anchor="ctr"/>
          <a:lstStyle/>
          <a:p>
            <a:pPr algn="ctr"/>
          </a:p>
        </p:txBody>
      </p:sp>
      <p:sp>
        <p:nvSpPr>
          <p:cNvPr id="48" name="Legend color 012"/>
          <p:cNvSpPr/>
          <p:nvPr/>
        </p:nvSpPr>
        <p:spPr>
          <a:xfrm>
            <a:off x="869633" y="6655740"/>
            <a:ext cx="28097" cy="164629"/>
          </a:xfrm>
          <a:prstGeom prst="rect">
            <a:avLst/>
          </a:prstGeom>
          <a:solidFill>
            <a:srgbClr val="FAF1E7"/>
          </a:solidFill>
          <a:ln>
            <a:noFill/>
          </a:ln>
          <a:effectLst/>
        </p:spPr>
        <p:txBody>
          <a:bodyPr rtlCol="0" anchor="ctr"/>
          <a:lstStyle/>
          <a:p>
            <a:pPr algn="ctr"/>
          </a:p>
        </p:txBody>
      </p:sp>
      <p:sp>
        <p:nvSpPr>
          <p:cNvPr id="49" name="Legend color 013"/>
          <p:cNvSpPr/>
          <p:nvPr/>
        </p:nvSpPr>
        <p:spPr>
          <a:xfrm>
            <a:off x="897378" y="6655740"/>
            <a:ext cx="28097" cy="164629"/>
          </a:xfrm>
          <a:prstGeom prst="rect">
            <a:avLst/>
          </a:prstGeom>
          <a:solidFill>
            <a:srgbClr val="FAF0E6"/>
          </a:solidFill>
          <a:ln>
            <a:noFill/>
          </a:ln>
          <a:effectLst/>
        </p:spPr>
        <p:txBody>
          <a:bodyPr rtlCol="0" anchor="ctr"/>
          <a:lstStyle/>
          <a:p>
            <a:pPr algn="ctr"/>
          </a:p>
        </p:txBody>
      </p:sp>
      <p:sp>
        <p:nvSpPr>
          <p:cNvPr id="50" name="Legend color 014"/>
          <p:cNvSpPr/>
          <p:nvPr/>
        </p:nvSpPr>
        <p:spPr>
          <a:xfrm>
            <a:off x="925122" y="6655740"/>
            <a:ext cx="28097" cy="164629"/>
          </a:xfrm>
          <a:prstGeom prst="rect">
            <a:avLst/>
          </a:prstGeom>
          <a:solidFill>
            <a:srgbClr val="F9F0E5"/>
          </a:solidFill>
          <a:ln>
            <a:noFill/>
          </a:ln>
          <a:effectLst/>
        </p:spPr>
        <p:txBody>
          <a:bodyPr rtlCol="0" anchor="ctr"/>
          <a:lstStyle/>
          <a:p>
            <a:pPr algn="ctr"/>
          </a:p>
        </p:txBody>
      </p:sp>
      <p:sp>
        <p:nvSpPr>
          <p:cNvPr id="51" name="Legend color 015"/>
          <p:cNvSpPr/>
          <p:nvPr/>
        </p:nvSpPr>
        <p:spPr>
          <a:xfrm>
            <a:off x="952867" y="6655740"/>
            <a:ext cx="28097" cy="164629"/>
          </a:xfrm>
          <a:prstGeom prst="rect">
            <a:avLst/>
          </a:prstGeom>
          <a:solidFill>
            <a:srgbClr val="F9EFE4"/>
          </a:solidFill>
          <a:ln>
            <a:noFill/>
          </a:ln>
          <a:effectLst/>
        </p:spPr>
        <p:txBody>
          <a:bodyPr rtlCol="0" anchor="ctr"/>
          <a:lstStyle/>
          <a:p>
            <a:pPr algn="ctr"/>
          </a:p>
        </p:txBody>
      </p:sp>
      <p:sp>
        <p:nvSpPr>
          <p:cNvPr id="52" name="Legend color 016"/>
          <p:cNvSpPr/>
          <p:nvPr/>
        </p:nvSpPr>
        <p:spPr>
          <a:xfrm>
            <a:off x="980611" y="6655740"/>
            <a:ext cx="28097" cy="164629"/>
          </a:xfrm>
          <a:prstGeom prst="rect">
            <a:avLst/>
          </a:prstGeom>
          <a:solidFill>
            <a:srgbClr val="F9EEE3"/>
          </a:solidFill>
          <a:ln>
            <a:noFill/>
          </a:ln>
          <a:effectLst/>
        </p:spPr>
        <p:txBody>
          <a:bodyPr rtlCol="0" anchor="ctr"/>
          <a:lstStyle/>
          <a:p>
            <a:pPr algn="ctr"/>
          </a:p>
        </p:txBody>
      </p:sp>
      <p:sp>
        <p:nvSpPr>
          <p:cNvPr id="53" name="Legend color 017"/>
          <p:cNvSpPr/>
          <p:nvPr/>
        </p:nvSpPr>
        <p:spPr>
          <a:xfrm>
            <a:off x="1008356" y="6655740"/>
            <a:ext cx="28097" cy="164629"/>
          </a:xfrm>
          <a:prstGeom prst="rect">
            <a:avLst/>
          </a:prstGeom>
          <a:solidFill>
            <a:srgbClr val="F9EEE2"/>
          </a:solidFill>
          <a:ln>
            <a:noFill/>
          </a:ln>
          <a:effectLst/>
        </p:spPr>
        <p:txBody>
          <a:bodyPr rtlCol="0" anchor="ctr"/>
          <a:lstStyle/>
          <a:p>
            <a:pPr algn="ctr"/>
          </a:p>
        </p:txBody>
      </p:sp>
      <p:sp>
        <p:nvSpPr>
          <p:cNvPr id="54" name="Legend color 018"/>
          <p:cNvSpPr/>
          <p:nvPr/>
        </p:nvSpPr>
        <p:spPr>
          <a:xfrm>
            <a:off x="1036100" y="6655740"/>
            <a:ext cx="28097" cy="164629"/>
          </a:xfrm>
          <a:prstGeom prst="rect">
            <a:avLst/>
          </a:prstGeom>
          <a:solidFill>
            <a:srgbClr val="F9EDE1"/>
          </a:solidFill>
          <a:ln>
            <a:noFill/>
          </a:ln>
          <a:effectLst/>
        </p:spPr>
        <p:txBody>
          <a:bodyPr rtlCol="0" anchor="ctr"/>
          <a:lstStyle/>
          <a:p>
            <a:pPr algn="ctr"/>
          </a:p>
        </p:txBody>
      </p:sp>
      <p:sp>
        <p:nvSpPr>
          <p:cNvPr id="55" name="Legend color 019"/>
          <p:cNvSpPr/>
          <p:nvPr/>
        </p:nvSpPr>
        <p:spPr>
          <a:xfrm>
            <a:off x="1063845" y="6655740"/>
            <a:ext cx="28097" cy="164629"/>
          </a:xfrm>
          <a:prstGeom prst="rect">
            <a:avLst/>
          </a:prstGeom>
          <a:solidFill>
            <a:srgbClr val="F8ECE0"/>
          </a:solidFill>
          <a:ln>
            <a:noFill/>
          </a:ln>
          <a:effectLst/>
        </p:spPr>
        <p:txBody>
          <a:bodyPr rtlCol="0" anchor="ctr"/>
          <a:lstStyle/>
          <a:p>
            <a:pPr algn="ctr"/>
          </a:p>
        </p:txBody>
      </p:sp>
      <p:sp>
        <p:nvSpPr>
          <p:cNvPr id="56" name="Legend color 020"/>
          <p:cNvSpPr/>
          <p:nvPr/>
        </p:nvSpPr>
        <p:spPr>
          <a:xfrm>
            <a:off x="1091589" y="6655740"/>
            <a:ext cx="28097" cy="164629"/>
          </a:xfrm>
          <a:prstGeom prst="rect">
            <a:avLst/>
          </a:prstGeom>
          <a:solidFill>
            <a:srgbClr val="F8ECDF"/>
          </a:solidFill>
          <a:ln>
            <a:noFill/>
          </a:ln>
          <a:effectLst/>
        </p:spPr>
        <p:txBody>
          <a:bodyPr rtlCol="0" anchor="ctr"/>
          <a:lstStyle/>
          <a:p>
            <a:pPr algn="ctr"/>
          </a:p>
        </p:txBody>
      </p:sp>
      <p:sp>
        <p:nvSpPr>
          <p:cNvPr id="57" name="Legend color 021"/>
          <p:cNvSpPr/>
          <p:nvPr/>
        </p:nvSpPr>
        <p:spPr>
          <a:xfrm>
            <a:off x="1119334" y="6655740"/>
            <a:ext cx="28097" cy="164629"/>
          </a:xfrm>
          <a:prstGeom prst="rect">
            <a:avLst/>
          </a:prstGeom>
          <a:solidFill>
            <a:srgbClr val="F8EBDE"/>
          </a:solidFill>
          <a:ln>
            <a:noFill/>
          </a:ln>
          <a:effectLst/>
        </p:spPr>
        <p:txBody>
          <a:bodyPr rtlCol="0" anchor="ctr"/>
          <a:lstStyle/>
          <a:p>
            <a:pPr algn="ctr"/>
          </a:p>
        </p:txBody>
      </p:sp>
      <p:sp>
        <p:nvSpPr>
          <p:cNvPr id="58" name="Legend color 022"/>
          <p:cNvSpPr/>
          <p:nvPr/>
        </p:nvSpPr>
        <p:spPr>
          <a:xfrm>
            <a:off x="1147078" y="6655740"/>
            <a:ext cx="28097" cy="164629"/>
          </a:xfrm>
          <a:prstGeom prst="rect">
            <a:avLst/>
          </a:prstGeom>
          <a:solidFill>
            <a:srgbClr val="F8EBDD"/>
          </a:solidFill>
          <a:ln>
            <a:noFill/>
          </a:ln>
          <a:effectLst/>
        </p:spPr>
        <p:txBody>
          <a:bodyPr rtlCol="0" anchor="ctr"/>
          <a:lstStyle/>
          <a:p>
            <a:pPr algn="ctr"/>
          </a:p>
        </p:txBody>
      </p:sp>
      <p:sp>
        <p:nvSpPr>
          <p:cNvPr id="59" name="Legend color 023"/>
          <p:cNvSpPr/>
          <p:nvPr/>
        </p:nvSpPr>
        <p:spPr>
          <a:xfrm>
            <a:off x="1174823" y="6655740"/>
            <a:ext cx="28097" cy="164629"/>
          </a:xfrm>
          <a:prstGeom prst="rect">
            <a:avLst/>
          </a:prstGeom>
          <a:solidFill>
            <a:srgbClr val="F8EADC"/>
          </a:solidFill>
          <a:ln>
            <a:noFill/>
          </a:ln>
          <a:effectLst/>
        </p:spPr>
        <p:txBody>
          <a:bodyPr rtlCol="0" anchor="ctr"/>
          <a:lstStyle/>
          <a:p>
            <a:pPr algn="ctr"/>
          </a:p>
        </p:txBody>
      </p:sp>
      <p:sp>
        <p:nvSpPr>
          <p:cNvPr id="60" name="Legend color 024"/>
          <p:cNvSpPr/>
          <p:nvPr/>
        </p:nvSpPr>
        <p:spPr>
          <a:xfrm>
            <a:off x="1202567" y="6655740"/>
            <a:ext cx="28097" cy="164629"/>
          </a:xfrm>
          <a:prstGeom prst="rect">
            <a:avLst/>
          </a:prstGeom>
          <a:solidFill>
            <a:srgbClr val="F7E9DB"/>
          </a:solidFill>
          <a:ln>
            <a:noFill/>
          </a:ln>
          <a:effectLst/>
        </p:spPr>
        <p:txBody>
          <a:bodyPr rtlCol="0" anchor="ctr"/>
          <a:lstStyle/>
          <a:p>
            <a:pPr algn="ctr"/>
          </a:p>
        </p:txBody>
      </p:sp>
      <p:sp>
        <p:nvSpPr>
          <p:cNvPr id="61" name="Legend color 025"/>
          <p:cNvSpPr/>
          <p:nvPr/>
        </p:nvSpPr>
        <p:spPr>
          <a:xfrm>
            <a:off x="1230312" y="6655740"/>
            <a:ext cx="28097" cy="164629"/>
          </a:xfrm>
          <a:prstGeom prst="rect">
            <a:avLst/>
          </a:prstGeom>
          <a:solidFill>
            <a:srgbClr val="F7E9DA"/>
          </a:solidFill>
          <a:ln>
            <a:noFill/>
          </a:ln>
          <a:effectLst/>
        </p:spPr>
        <p:txBody>
          <a:bodyPr rtlCol="0" anchor="ctr"/>
          <a:lstStyle/>
          <a:p>
            <a:pPr algn="ctr"/>
          </a:p>
        </p:txBody>
      </p:sp>
      <p:sp>
        <p:nvSpPr>
          <p:cNvPr id="62" name="Legend color 026"/>
          <p:cNvSpPr/>
          <p:nvPr/>
        </p:nvSpPr>
        <p:spPr>
          <a:xfrm>
            <a:off x="1258057" y="6655740"/>
            <a:ext cx="28097" cy="164629"/>
          </a:xfrm>
          <a:prstGeom prst="rect">
            <a:avLst/>
          </a:prstGeom>
          <a:solidFill>
            <a:srgbClr val="F7E8D9"/>
          </a:solidFill>
          <a:ln>
            <a:noFill/>
          </a:ln>
          <a:effectLst/>
        </p:spPr>
        <p:txBody>
          <a:bodyPr rtlCol="0" anchor="ctr"/>
          <a:lstStyle/>
          <a:p>
            <a:pPr algn="ctr"/>
          </a:p>
        </p:txBody>
      </p:sp>
      <p:sp>
        <p:nvSpPr>
          <p:cNvPr id="63" name="Legend color 027"/>
          <p:cNvSpPr/>
          <p:nvPr/>
        </p:nvSpPr>
        <p:spPr>
          <a:xfrm>
            <a:off x="1285801" y="6655740"/>
            <a:ext cx="28097" cy="164629"/>
          </a:xfrm>
          <a:prstGeom prst="rect">
            <a:avLst/>
          </a:prstGeom>
          <a:solidFill>
            <a:srgbClr val="F7E7D8"/>
          </a:solidFill>
          <a:ln>
            <a:noFill/>
          </a:ln>
          <a:effectLst/>
        </p:spPr>
        <p:txBody>
          <a:bodyPr rtlCol="0" anchor="ctr"/>
          <a:lstStyle/>
          <a:p>
            <a:pPr algn="ctr"/>
          </a:p>
        </p:txBody>
      </p:sp>
      <p:sp>
        <p:nvSpPr>
          <p:cNvPr id="64" name="Legend color 028"/>
          <p:cNvSpPr/>
          <p:nvPr/>
        </p:nvSpPr>
        <p:spPr>
          <a:xfrm>
            <a:off x="1313546" y="6655740"/>
            <a:ext cx="28097" cy="164629"/>
          </a:xfrm>
          <a:prstGeom prst="rect">
            <a:avLst/>
          </a:prstGeom>
          <a:solidFill>
            <a:srgbClr val="F7E6D6"/>
          </a:solidFill>
          <a:ln>
            <a:noFill/>
          </a:ln>
          <a:effectLst/>
        </p:spPr>
        <p:txBody>
          <a:bodyPr rtlCol="0" anchor="ctr"/>
          <a:lstStyle/>
          <a:p>
            <a:pPr algn="ctr"/>
          </a:p>
        </p:txBody>
      </p:sp>
      <p:sp>
        <p:nvSpPr>
          <p:cNvPr id="65" name="Legend color 029"/>
          <p:cNvSpPr/>
          <p:nvPr/>
        </p:nvSpPr>
        <p:spPr>
          <a:xfrm>
            <a:off x="1341290" y="6655740"/>
            <a:ext cx="28097" cy="164629"/>
          </a:xfrm>
          <a:prstGeom prst="rect">
            <a:avLst/>
          </a:prstGeom>
          <a:solidFill>
            <a:srgbClr val="F6E5D5"/>
          </a:solidFill>
          <a:ln>
            <a:noFill/>
          </a:ln>
          <a:effectLst/>
        </p:spPr>
        <p:txBody>
          <a:bodyPr rtlCol="0" anchor="ctr"/>
          <a:lstStyle/>
          <a:p>
            <a:pPr algn="ctr"/>
          </a:p>
        </p:txBody>
      </p:sp>
      <p:sp>
        <p:nvSpPr>
          <p:cNvPr id="66" name="Legend color 030"/>
          <p:cNvSpPr/>
          <p:nvPr/>
        </p:nvSpPr>
        <p:spPr>
          <a:xfrm>
            <a:off x="1369035" y="6655740"/>
            <a:ext cx="28097" cy="164629"/>
          </a:xfrm>
          <a:prstGeom prst="rect">
            <a:avLst/>
          </a:prstGeom>
          <a:solidFill>
            <a:srgbClr val="F6E4D4"/>
          </a:solidFill>
          <a:ln>
            <a:noFill/>
          </a:ln>
          <a:effectLst/>
        </p:spPr>
        <p:txBody>
          <a:bodyPr rtlCol="0" anchor="ctr"/>
          <a:lstStyle/>
          <a:p>
            <a:pPr algn="ctr"/>
          </a:p>
        </p:txBody>
      </p:sp>
      <p:sp>
        <p:nvSpPr>
          <p:cNvPr id="67" name="Legend color 031"/>
          <p:cNvSpPr/>
          <p:nvPr/>
        </p:nvSpPr>
        <p:spPr>
          <a:xfrm>
            <a:off x="1396779" y="6655740"/>
            <a:ext cx="28097" cy="164629"/>
          </a:xfrm>
          <a:prstGeom prst="rect">
            <a:avLst/>
          </a:prstGeom>
          <a:solidFill>
            <a:srgbClr val="F6E4D2"/>
          </a:solidFill>
          <a:ln>
            <a:noFill/>
          </a:ln>
          <a:effectLst/>
        </p:spPr>
        <p:txBody>
          <a:bodyPr rtlCol="0" anchor="ctr"/>
          <a:lstStyle/>
          <a:p>
            <a:pPr algn="ctr"/>
          </a:p>
        </p:txBody>
      </p:sp>
      <p:sp>
        <p:nvSpPr>
          <p:cNvPr id="68" name="Legend color 032"/>
          <p:cNvSpPr/>
          <p:nvPr/>
        </p:nvSpPr>
        <p:spPr>
          <a:xfrm>
            <a:off x="1424524" y="6655740"/>
            <a:ext cx="28097" cy="164629"/>
          </a:xfrm>
          <a:prstGeom prst="rect">
            <a:avLst/>
          </a:prstGeom>
          <a:solidFill>
            <a:srgbClr val="F6E3D1"/>
          </a:solidFill>
          <a:ln>
            <a:noFill/>
          </a:ln>
          <a:effectLst/>
        </p:spPr>
        <p:txBody>
          <a:bodyPr rtlCol="0" anchor="ctr"/>
          <a:lstStyle/>
          <a:p>
            <a:pPr algn="ctr"/>
          </a:p>
        </p:txBody>
      </p:sp>
      <p:sp>
        <p:nvSpPr>
          <p:cNvPr id="69" name="Legend color 033"/>
          <p:cNvSpPr/>
          <p:nvPr/>
        </p:nvSpPr>
        <p:spPr>
          <a:xfrm>
            <a:off x="1452268" y="6655740"/>
            <a:ext cx="28097" cy="164629"/>
          </a:xfrm>
          <a:prstGeom prst="rect">
            <a:avLst/>
          </a:prstGeom>
          <a:solidFill>
            <a:srgbClr val="F5E2D0"/>
          </a:solidFill>
          <a:ln>
            <a:noFill/>
          </a:ln>
          <a:effectLst/>
        </p:spPr>
        <p:txBody>
          <a:bodyPr rtlCol="0" anchor="ctr"/>
          <a:lstStyle/>
          <a:p>
            <a:pPr algn="ctr"/>
          </a:p>
        </p:txBody>
      </p:sp>
      <p:sp>
        <p:nvSpPr>
          <p:cNvPr id="70" name="Legend color 034"/>
          <p:cNvSpPr/>
          <p:nvPr/>
        </p:nvSpPr>
        <p:spPr>
          <a:xfrm>
            <a:off x="1480013" y="6655740"/>
            <a:ext cx="28097" cy="164629"/>
          </a:xfrm>
          <a:prstGeom prst="rect">
            <a:avLst/>
          </a:prstGeom>
          <a:solidFill>
            <a:srgbClr val="F5E1CE"/>
          </a:solidFill>
          <a:ln>
            <a:noFill/>
          </a:ln>
          <a:effectLst/>
        </p:spPr>
        <p:txBody>
          <a:bodyPr rtlCol="0" anchor="ctr"/>
          <a:lstStyle/>
          <a:p>
            <a:pPr algn="ctr"/>
          </a:p>
        </p:txBody>
      </p:sp>
      <p:sp>
        <p:nvSpPr>
          <p:cNvPr id="71" name="Legend color 035"/>
          <p:cNvSpPr/>
          <p:nvPr/>
        </p:nvSpPr>
        <p:spPr>
          <a:xfrm>
            <a:off x="1507757" y="6655740"/>
            <a:ext cx="28097" cy="164629"/>
          </a:xfrm>
          <a:prstGeom prst="rect">
            <a:avLst/>
          </a:prstGeom>
          <a:solidFill>
            <a:srgbClr val="F5E0CD"/>
          </a:solidFill>
          <a:ln>
            <a:noFill/>
          </a:ln>
          <a:effectLst/>
        </p:spPr>
        <p:txBody>
          <a:bodyPr rtlCol="0" anchor="ctr"/>
          <a:lstStyle/>
          <a:p>
            <a:pPr algn="ctr"/>
          </a:p>
        </p:txBody>
      </p:sp>
      <p:sp>
        <p:nvSpPr>
          <p:cNvPr id="72" name="Legend color 036"/>
          <p:cNvSpPr/>
          <p:nvPr/>
        </p:nvSpPr>
        <p:spPr>
          <a:xfrm>
            <a:off x="1535502" y="6655740"/>
            <a:ext cx="28097" cy="164629"/>
          </a:xfrm>
          <a:prstGeom prst="rect">
            <a:avLst/>
          </a:prstGeom>
          <a:solidFill>
            <a:srgbClr val="F5DFCC"/>
          </a:solidFill>
          <a:ln>
            <a:noFill/>
          </a:ln>
          <a:effectLst/>
        </p:spPr>
        <p:txBody>
          <a:bodyPr rtlCol="0" anchor="ctr"/>
          <a:lstStyle/>
          <a:p>
            <a:pPr algn="ctr"/>
          </a:p>
        </p:txBody>
      </p:sp>
      <p:sp>
        <p:nvSpPr>
          <p:cNvPr id="73" name="Legend color 037"/>
          <p:cNvSpPr/>
          <p:nvPr/>
        </p:nvSpPr>
        <p:spPr>
          <a:xfrm>
            <a:off x="1563246" y="6655740"/>
            <a:ext cx="28097" cy="164629"/>
          </a:xfrm>
          <a:prstGeom prst="rect">
            <a:avLst/>
          </a:prstGeom>
          <a:solidFill>
            <a:srgbClr val="F4DECA"/>
          </a:solidFill>
          <a:ln>
            <a:noFill/>
          </a:ln>
          <a:effectLst/>
        </p:spPr>
        <p:txBody>
          <a:bodyPr rtlCol="0" anchor="ctr"/>
          <a:lstStyle/>
          <a:p>
            <a:pPr algn="ctr"/>
          </a:p>
        </p:txBody>
      </p:sp>
      <p:sp>
        <p:nvSpPr>
          <p:cNvPr id="74" name="Legend color 038"/>
          <p:cNvSpPr/>
          <p:nvPr/>
        </p:nvSpPr>
        <p:spPr>
          <a:xfrm>
            <a:off x="1590991" y="6655740"/>
            <a:ext cx="28097" cy="164629"/>
          </a:xfrm>
          <a:prstGeom prst="rect">
            <a:avLst/>
          </a:prstGeom>
          <a:solidFill>
            <a:srgbClr val="F4DDC9"/>
          </a:solidFill>
          <a:ln>
            <a:noFill/>
          </a:ln>
          <a:effectLst/>
        </p:spPr>
        <p:txBody>
          <a:bodyPr rtlCol="0" anchor="ctr"/>
          <a:lstStyle/>
          <a:p>
            <a:pPr algn="ctr"/>
          </a:p>
        </p:txBody>
      </p:sp>
      <p:sp>
        <p:nvSpPr>
          <p:cNvPr id="75" name="Legend color 039"/>
          <p:cNvSpPr/>
          <p:nvPr/>
        </p:nvSpPr>
        <p:spPr>
          <a:xfrm>
            <a:off x="1618735" y="6655740"/>
            <a:ext cx="28097" cy="164629"/>
          </a:xfrm>
          <a:prstGeom prst="rect">
            <a:avLst/>
          </a:prstGeom>
          <a:solidFill>
            <a:srgbClr val="F4DCC8"/>
          </a:solidFill>
          <a:ln>
            <a:noFill/>
          </a:ln>
          <a:effectLst/>
        </p:spPr>
        <p:txBody>
          <a:bodyPr rtlCol="0" anchor="ctr"/>
          <a:lstStyle/>
          <a:p>
            <a:pPr algn="ctr"/>
          </a:p>
        </p:txBody>
      </p:sp>
      <p:sp>
        <p:nvSpPr>
          <p:cNvPr id="76" name="Legend color 040"/>
          <p:cNvSpPr/>
          <p:nvPr/>
        </p:nvSpPr>
        <p:spPr>
          <a:xfrm>
            <a:off x="1646480" y="6655740"/>
            <a:ext cx="28097" cy="164629"/>
          </a:xfrm>
          <a:prstGeom prst="rect">
            <a:avLst/>
          </a:prstGeom>
          <a:solidFill>
            <a:srgbClr val="F4DBC6"/>
          </a:solidFill>
          <a:ln>
            <a:noFill/>
          </a:ln>
          <a:effectLst/>
        </p:spPr>
        <p:txBody>
          <a:bodyPr rtlCol="0" anchor="ctr"/>
          <a:lstStyle/>
          <a:p>
            <a:pPr algn="ctr"/>
          </a:p>
        </p:txBody>
      </p:sp>
      <p:sp>
        <p:nvSpPr>
          <p:cNvPr id="77" name="Legend color 041"/>
          <p:cNvSpPr/>
          <p:nvPr/>
        </p:nvSpPr>
        <p:spPr>
          <a:xfrm>
            <a:off x="1674224" y="6655740"/>
            <a:ext cx="28097" cy="164629"/>
          </a:xfrm>
          <a:prstGeom prst="rect">
            <a:avLst/>
          </a:prstGeom>
          <a:solidFill>
            <a:srgbClr val="F3DBC5"/>
          </a:solidFill>
          <a:ln>
            <a:noFill/>
          </a:ln>
          <a:effectLst/>
        </p:spPr>
        <p:txBody>
          <a:bodyPr rtlCol="0" anchor="ctr"/>
          <a:lstStyle/>
          <a:p>
            <a:pPr algn="ctr"/>
          </a:p>
        </p:txBody>
      </p:sp>
      <p:sp>
        <p:nvSpPr>
          <p:cNvPr id="78" name="Legend color 042"/>
          <p:cNvSpPr/>
          <p:nvPr/>
        </p:nvSpPr>
        <p:spPr>
          <a:xfrm>
            <a:off x="1701969" y="6655740"/>
            <a:ext cx="28097" cy="164629"/>
          </a:xfrm>
          <a:prstGeom prst="rect">
            <a:avLst/>
          </a:prstGeom>
          <a:solidFill>
            <a:srgbClr val="F3DAC4"/>
          </a:solidFill>
          <a:ln>
            <a:noFill/>
          </a:ln>
          <a:effectLst/>
        </p:spPr>
        <p:txBody>
          <a:bodyPr rtlCol="0" anchor="ctr"/>
          <a:lstStyle/>
          <a:p>
            <a:pPr algn="ctr"/>
          </a:p>
        </p:txBody>
      </p:sp>
      <p:sp>
        <p:nvSpPr>
          <p:cNvPr id="79" name="Legend color 043"/>
          <p:cNvSpPr/>
          <p:nvPr/>
        </p:nvSpPr>
        <p:spPr>
          <a:xfrm>
            <a:off x="1729713" y="6655740"/>
            <a:ext cx="28097" cy="164629"/>
          </a:xfrm>
          <a:prstGeom prst="rect">
            <a:avLst/>
          </a:prstGeom>
          <a:solidFill>
            <a:srgbClr val="F3D9C2"/>
          </a:solidFill>
          <a:ln>
            <a:noFill/>
          </a:ln>
          <a:effectLst/>
        </p:spPr>
        <p:txBody>
          <a:bodyPr rtlCol="0" anchor="ctr"/>
          <a:lstStyle/>
          <a:p>
            <a:pPr algn="ctr"/>
          </a:p>
        </p:txBody>
      </p:sp>
      <p:sp>
        <p:nvSpPr>
          <p:cNvPr id="80" name="Legend color 044"/>
          <p:cNvSpPr/>
          <p:nvPr/>
        </p:nvSpPr>
        <p:spPr>
          <a:xfrm>
            <a:off x="1757458" y="6655740"/>
            <a:ext cx="28097" cy="164629"/>
          </a:xfrm>
          <a:prstGeom prst="rect">
            <a:avLst/>
          </a:prstGeom>
          <a:solidFill>
            <a:srgbClr val="F3D8C1"/>
          </a:solidFill>
          <a:ln>
            <a:noFill/>
          </a:ln>
          <a:effectLst/>
        </p:spPr>
        <p:txBody>
          <a:bodyPr rtlCol="0" anchor="ctr"/>
          <a:lstStyle/>
          <a:p>
            <a:pPr algn="ctr"/>
          </a:p>
        </p:txBody>
      </p:sp>
      <p:sp>
        <p:nvSpPr>
          <p:cNvPr id="81" name="Legend color 045"/>
          <p:cNvSpPr/>
          <p:nvPr/>
        </p:nvSpPr>
        <p:spPr>
          <a:xfrm>
            <a:off x="1785202" y="6655740"/>
            <a:ext cx="28097" cy="164629"/>
          </a:xfrm>
          <a:prstGeom prst="rect">
            <a:avLst/>
          </a:prstGeom>
          <a:solidFill>
            <a:srgbClr val="F3D7C0"/>
          </a:solidFill>
          <a:ln>
            <a:noFill/>
          </a:ln>
          <a:effectLst/>
        </p:spPr>
        <p:txBody>
          <a:bodyPr rtlCol="0" anchor="ctr"/>
          <a:lstStyle/>
          <a:p>
            <a:pPr algn="ctr"/>
          </a:p>
        </p:txBody>
      </p:sp>
      <p:sp>
        <p:nvSpPr>
          <p:cNvPr id="82" name="Legend color 046"/>
          <p:cNvSpPr/>
          <p:nvPr/>
        </p:nvSpPr>
        <p:spPr>
          <a:xfrm>
            <a:off x="1812947" y="6655740"/>
            <a:ext cx="28097" cy="164629"/>
          </a:xfrm>
          <a:prstGeom prst="rect">
            <a:avLst/>
          </a:prstGeom>
          <a:solidFill>
            <a:srgbClr val="F2D6BF"/>
          </a:solidFill>
          <a:ln>
            <a:noFill/>
          </a:ln>
          <a:effectLst/>
        </p:spPr>
        <p:txBody>
          <a:bodyPr rtlCol="0" anchor="ctr"/>
          <a:lstStyle/>
          <a:p>
            <a:pPr algn="ctr"/>
          </a:p>
        </p:txBody>
      </p:sp>
      <p:sp>
        <p:nvSpPr>
          <p:cNvPr id="83" name="Legend color 047"/>
          <p:cNvSpPr/>
          <p:nvPr/>
        </p:nvSpPr>
        <p:spPr>
          <a:xfrm>
            <a:off x="1840691" y="6655740"/>
            <a:ext cx="28097" cy="164629"/>
          </a:xfrm>
          <a:prstGeom prst="rect">
            <a:avLst/>
          </a:prstGeom>
          <a:solidFill>
            <a:srgbClr val="F2D5BD"/>
          </a:solidFill>
          <a:ln>
            <a:noFill/>
          </a:ln>
          <a:effectLst/>
        </p:spPr>
        <p:txBody>
          <a:bodyPr rtlCol="0" anchor="ctr"/>
          <a:lstStyle/>
          <a:p>
            <a:pPr algn="ctr"/>
          </a:p>
        </p:txBody>
      </p:sp>
      <p:sp>
        <p:nvSpPr>
          <p:cNvPr id="84" name="Legend color 048"/>
          <p:cNvSpPr/>
          <p:nvPr/>
        </p:nvSpPr>
        <p:spPr>
          <a:xfrm>
            <a:off x="1868436" y="6655740"/>
            <a:ext cx="28097" cy="164629"/>
          </a:xfrm>
          <a:prstGeom prst="rect">
            <a:avLst/>
          </a:prstGeom>
          <a:solidFill>
            <a:srgbClr val="F2D4BC"/>
          </a:solidFill>
          <a:ln>
            <a:noFill/>
          </a:ln>
          <a:effectLst/>
        </p:spPr>
        <p:txBody>
          <a:bodyPr rtlCol="0" anchor="ctr"/>
          <a:lstStyle/>
          <a:p>
            <a:pPr algn="ctr"/>
          </a:p>
        </p:txBody>
      </p:sp>
      <p:sp>
        <p:nvSpPr>
          <p:cNvPr id="85" name="Legend color 049"/>
          <p:cNvSpPr/>
          <p:nvPr/>
        </p:nvSpPr>
        <p:spPr>
          <a:xfrm>
            <a:off x="1896180" y="6655740"/>
            <a:ext cx="28097" cy="164629"/>
          </a:xfrm>
          <a:prstGeom prst="rect">
            <a:avLst/>
          </a:prstGeom>
          <a:solidFill>
            <a:srgbClr val="F2D3BB"/>
          </a:solidFill>
          <a:ln>
            <a:noFill/>
          </a:ln>
          <a:effectLst/>
        </p:spPr>
        <p:txBody>
          <a:bodyPr rtlCol="0" anchor="ctr"/>
          <a:lstStyle/>
          <a:p>
            <a:pPr algn="ctr"/>
          </a:p>
        </p:txBody>
      </p:sp>
      <p:sp>
        <p:nvSpPr>
          <p:cNvPr id="86" name="Legend color 050"/>
          <p:cNvSpPr/>
          <p:nvPr/>
        </p:nvSpPr>
        <p:spPr>
          <a:xfrm>
            <a:off x="1923925" y="6655740"/>
            <a:ext cx="28097" cy="164629"/>
          </a:xfrm>
          <a:prstGeom prst="rect">
            <a:avLst/>
          </a:prstGeom>
          <a:solidFill>
            <a:srgbClr val="F1D2B9"/>
          </a:solidFill>
          <a:ln>
            <a:noFill/>
          </a:ln>
          <a:effectLst/>
        </p:spPr>
        <p:txBody>
          <a:bodyPr rtlCol="0" anchor="ctr"/>
          <a:lstStyle/>
          <a:p>
            <a:pPr algn="ctr"/>
          </a:p>
        </p:txBody>
      </p:sp>
      <p:sp>
        <p:nvSpPr>
          <p:cNvPr id="87" name="Legend color 051"/>
          <p:cNvSpPr/>
          <p:nvPr/>
        </p:nvSpPr>
        <p:spPr>
          <a:xfrm>
            <a:off x="1951669" y="6655740"/>
            <a:ext cx="28097" cy="164629"/>
          </a:xfrm>
          <a:prstGeom prst="rect">
            <a:avLst/>
          </a:prstGeom>
          <a:solidFill>
            <a:srgbClr val="F1D2B8"/>
          </a:solidFill>
          <a:ln>
            <a:noFill/>
          </a:ln>
          <a:effectLst/>
        </p:spPr>
        <p:txBody>
          <a:bodyPr rtlCol="0" anchor="ctr"/>
          <a:lstStyle/>
          <a:p>
            <a:pPr algn="ctr"/>
          </a:p>
        </p:txBody>
      </p:sp>
      <p:sp>
        <p:nvSpPr>
          <p:cNvPr id="88" name="Legend color 052"/>
          <p:cNvSpPr/>
          <p:nvPr/>
        </p:nvSpPr>
        <p:spPr>
          <a:xfrm>
            <a:off x="1979414" y="6655740"/>
            <a:ext cx="28097" cy="164629"/>
          </a:xfrm>
          <a:prstGeom prst="rect">
            <a:avLst/>
          </a:prstGeom>
          <a:solidFill>
            <a:srgbClr val="F1D1B6"/>
          </a:solidFill>
          <a:ln>
            <a:noFill/>
          </a:ln>
          <a:effectLst/>
        </p:spPr>
        <p:txBody>
          <a:bodyPr rtlCol="0" anchor="ctr"/>
          <a:lstStyle/>
          <a:p>
            <a:pPr algn="ctr"/>
          </a:p>
        </p:txBody>
      </p:sp>
      <p:sp>
        <p:nvSpPr>
          <p:cNvPr id="89" name="Legend color 053"/>
          <p:cNvSpPr/>
          <p:nvPr/>
        </p:nvSpPr>
        <p:spPr>
          <a:xfrm>
            <a:off x="2007158" y="6655740"/>
            <a:ext cx="28097" cy="164629"/>
          </a:xfrm>
          <a:prstGeom prst="rect">
            <a:avLst/>
          </a:prstGeom>
          <a:solidFill>
            <a:srgbClr val="F1CFB5"/>
          </a:solidFill>
          <a:ln>
            <a:noFill/>
          </a:ln>
          <a:effectLst/>
        </p:spPr>
        <p:txBody>
          <a:bodyPr rtlCol="0" anchor="ctr"/>
          <a:lstStyle/>
          <a:p>
            <a:pPr algn="ctr"/>
          </a:p>
        </p:txBody>
      </p:sp>
      <p:sp>
        <p:nvSpPr>
          <p:cNvPr id="90" name="Legend color 054"/>
          <p:cNvSpPr/>
          <p:nvPr/>
        </p:nvSpPr>
        <p:spPr>
          <a:xfrm>
            <a:off x="2034903" y="6655740"/>
            <a:ext cx="28097" cy="164629"/>
          </a:xfrm>
          <a:prstGeom prst="rect">
            <a:avLst/>
          </a:prstGeom>
          <a:solidFill>
            <a:srgbClr val="F0CEB3"/>
          </a:solidFill>
          <a:ln>
            <a:noFill/>
          </a:ln>
          <a:effectLst/>
        </p:spPr>
        <p:txBody>
          <a:bodyPr rtlCol="0" anchor="ctr"/>
          <a:lstStyle/>
          <a:p>
            <a:pPr algn="ctr"/>
          </a:p>
        </p:txBody>
      </p:sp>
      <p:sp>
        <p:nvSpPr>
          <p:cNvPr id="91" name="Legend color 055"/>
          <p:cNvSpPr/>
          <p:nvPr/>
        </p:nvSpPr>
        <p:spPr>
          <a:xfrm>
            <a:off x="2062647" y="6655740"/>
            <a:ext cx="28097" cy="164629"/>
          </a:xfrm>
          <a:prstGeom prst="rect">
            <a:avLst/>
          </a:prstGeom>
          <a:solidFill>
            <a:srgbClr val="F0CDB1"/>
          </a:solidFill>
          <a:ln>
            <a:noFill/>
          </a:ln>
          <a:effectLst/>
        </p:spPr>
        <p:txBody>
          <a:bodyPr rtlCol="0" anchor="ctr"/>
          <a:lstStyle/>
          <a:p>
            <a:pPr algn="ctr"/>
          </a:p>
        </p:txBody>
      </p:sp>
      <p:sp>
        <p:nvSpPr>
          <p:cNvPr id="92" name="Legend color 056"/>
          <p:cNvSpPr/>
          <p:nvPr/>
        </p:nvSpPr>
        <p:spPr>
          <a:xfrm>
            <a:off x="2090392" y="6655740"/>
            <a:ext cx="28097" cy="164629"/>
          </a:xfrm>
          <a:prstGeom prst="rect">
            <a:avLst/>
          </a:prstGeom>
          <a:solidFill>
            <a:srgbClr val="EFCBB0"/>
          </a:solidFill>
          <a:ln>
            <a:noFill/>
          </a:ln>
          <a:effectLst/>
        </p:spPr>
        <p:txBody>
          <a:bodyPr rtlCol="0" anchor="ctr"/>
          <a:lstStyle/>
          <a:p>
            <a:pPr algn="ctr"/>
          </a:p>
        </p:txBody>
      </p:sp>
      <p:sp>
        <p:nvSpPr>
          <p:cNvPr id="93" name="Legend color 057"/>
          <p:cNvSpPr/>
          <p:nvPr/>
        </p:nvSpPr>
        <p:spPr>
          <a:xfrm>
            <a:off x="2118136" y="6655740"/>
            <a:ext cx="28097" cy="164629"/>
          </a:xfrm>
          <a:prstGeom prst="rect">
            <a:avLst/>
          </a:prstGeom>
          <a:solidFill>
            <a:srgbClr val="EFCAAE"/>
          </a:solidFill>
          <a:ln>
            <a:noFill/>
          </a:ln>
          <a:effectLst/>
        </p:spPr>
        <p:txBody>
          <a:bodyPr rtlCol="0" anchor="ctr"/>
          <a:lstStyle/>
          <a:p>
            <a:pPr algn="ctr"/>
          </a:p>
        </p:txBody>
      </p:sp>
      <p:sp>
        <p:nvSpPr>
          <p:cNvPr id="94" name="Legend color 058"/>
          <p:cNvSpPr/>
          <p:nvPr/>
        </p:nvSpPr>
        <p:spPr>
          <a:xfrm>
            <a:off x="2145881" y="6655740"/>
            <a:ext cx="28097" cy="164629"/>
          </a:xfrm>
          <a:prstGeom prst="rect">
            <a:avLst/>
          </a:prstGeom>
          <a:solidFill>
            <a:srgbClr val="EFC9AC"/>
          </a:solidFill>
          <a:ln>
            <a:noFill/>
          </a:ln>
          <a:effectLst/>
        </p:spPr>
        <p:txBody>
          <a:bodyPr rtlCol="0" anchor="ctr"/>
          <a:lstStyle/>
          <a:p>
            <a:pPr algn="ctr"/>
          </a:p>
        </p:txBody>
      </p:sp>
      <p:sp>
        <p:nvSpPr>
          <p:cNvPr id="95" name="Legend color 059"/>
          <p:cNvSpPr/>
          <p:nvPr/>
        </p:nvSpPr>
        <p:spPr>
          <a:xfrm>
            <a:off x="2173625" y="6655740"/>
            <a:ext cx="28097" cy="164629"/>
          </a:xfrm>
          <a:prstGeom prst="rect">
            <a:avLst/>
          </a:prstGeom>
          <a:solidFill>
            <a:srgbClr val="EEC8AA"/>
          </a:solidFill>
          <a:ln>
            <a:noFill/>
          </a:ln>
          <a:effectLst/>
        </p:spPr>
        <p:txBody>
          <a:bodyPr rtlCol="0" anchor="ctr"/>
          <a:lstStyle/>
          <a:p>
            <a:pPr algn="ctr"/>
          </a:p>
        </p:txBody>
      </p:sp>
      <p:sp>
        <p:nvSpPr>
          <p:cNvPr id="96" name="Legend color 060"/>
          <p:cNvSpPr/>
          <p:nvPr/>
        </p:nvSpPr>
        <p:spPr>
          <a:xfrm>
            <a:off x="2201370" y="6655740"/>
            <a:ext cx="28097" cy="164629"/>
          </a:xfrm>
          <a:prstGeom prst="rect">
            <a:avLst/>
          </a:prstGeom>
          <a:solidFill>
            <a:srgbClr val="EEC6A9"/>
          </a:solidFill>
          <a:ln>
            <a:noFill/>
          </a:ln>
          <a:effectLst/>
        </p:spPr>
        <p:txBody>
          <a:bodyPr rtlCol="0" anchor="ctr"/>
          <a:lstStyle/>
          <a:p>
            <a:pPr algn="ctr"/>
          </a:p>
        </p:txBody>
      </p:sp>
      <p:sp>
        <p:nvSpPr>
          <p:cNvPr id="97" name="Legend color 061"/>
          <p:cNvSpPr/>
          <p:nvPr/>
        </p:nvSpPr>
        <p:spPr>
          <a:xfrm>
            <a:off x="2229114" y="6655740"/>
            <a:ext cx="28097" cy="164629"/>
          </a:xfrm>
          <a:prstGeom prst="rect">
            <a:avLst/>
          </a:prstGeom>
          <a:solidFill>
            <a:srgbClr val="EEC5A7"/>
          </a:solidFill>
          <a:ln>
            <a:noFill/>
          </a:ln>
          <a:effectLst/>
        </p:spPr>
        <p:txBody>
          <a:bodyPr rtlCol="0" anchor="ctr"/>
          <a:lstStyle/>
          <a:p>
            <a:pPr algn="ctr"/>
          </a:p>
        </p:txBody>
      </p:sp>
      <p:sp>
        <p:nvSpPr>
          <p:cNvPr id="98" name="Legend color 062"/>
          <p:cNvSpPr/>
          <p:nvPr/>
        </p:nvSpPr>
        <p:spPr>
          <a:xfrm>
            <a:off x="2256859" y="6655740"/>
            <a:ext cx="28097" cy="164629"/>
          </a:xfrm>
          <a:prstGeom prst="rect">
            <a:avLst/>
          </a:prstGeom>
          <a:solidFill>
            <a:srgbClr val="EDC4A5"/>
          </a:solidFill>
          <a:ln>
            <a:noFill/>
          </a:ln>
          <a:effectLst/>
        </p:spPr>
        <p:txBody>
          <a:bodyPr rtlCol="0" anchor="ctr"/>
          <a:lstStyle/>
          <a:p>
            <a:pPr algn="ctr"/>
          </a:p>
        </p:txBody>
      </p:sp>
      <p:sp>
        <p:nvSpPr>
          <p:cNvPr id="99" name="Legend color 063"/>
          <p:cNvSpPr/>
          <p:nvPr/>
        </p:nvSpPr>
        <p:spPr>
          <a:xfrm>
            <a:off x="2284603" y="6655740"/>
            <a:ext cx="28097" cy="164629"/>
          </a:xfrm>
          <a:prstGeom prst="rect">
            <a:avLst/>
          </a:prstGeom>
          <a:solidFill>
            <a:srgbClr val="EDC2A3"/>
          </a:solidFill>
          <a:ln>
            <a:noFill/>
          </a:ln>
          <a:effectLst/>
        </p:spPr>
        <p:txBody>
          <a:bodyPr rtlCol="0" anchor="ctr"/>
          <a:lstStyle/>
          <a:p>
            <a:pPr algn="ctr"/>
          </a:p>
        </p:txBody>
      </p:sp>
      <p:sp>
        <p:nvSpPr>
          <p:cNvPr id="100" name="Legend color 064"/>
          <p:cNvSpPr/>
          <p:nvPr/>
        </p:nvSpPr>
        <p:spPr>
          <a:xfrm>
            <a:off x="2312348" y="6655740"/>
            <a:ext cx="28097" cy="164629"/>
          </a:xfrm>
          <a:prstGeom prst="rect">
            <a:avLst/>
          </a:prstGeom>
          <a:solidFill>
            <a:srgbClr val="EDC1A2"/>
          </a:solidFill>
          <a:ln>
            <a:noFill/>
          </a:ln>
          <a:effectLst/>
        </p:spPr>
        <p:txBody>
          <a:bodyPr rtlCol="0" anchor="ctr"/>
          <a:lstStyle/>
          <a:p>
            <a:pPr algn="ctr"/>
          </a:p>
        </p:txBody>
      </p:sp>
      <p:sp>
        <p:nvSpPr>
          <p:cNvPr id="101" name="Legend color 065"/>
          <p:cNvSpPr/>
          <p:nvPr/>
        </p:nvSpPr>
        <p:spPr>
          <a:xfrm>
            <a:off x="2340092" y="6655740"/>
            <a:ext cx="28097" cy="164629"/>
          </a:xfrm>
          <a:prstGeom prst="rect">
            <a:avLst/>
          </a:prstGeom>
          <a:solidFill>
            <a:srgbClr val="ECC0A0"/>
          </a:solidFill>
          <a:ln>
            <a:noFill/>
          </a:ln>
          <a:effectLst/>
        </p:spPr>
        <p:txBody>
          <a:bodyPr rtlCol="0" anchor="ctr"/>
          <a:lstStyle/>
          <a:p>
            <a:pPr algn="ctr"/>
          </a:p>
        </p:txBody>
      </p:sp>
      <p:sp>
        <p:nvSpPr>
          <p:cNvPr id="102" name="Legend color 066"/>
          <p:cNvSpPr/>
          <p:nvPr/>
        </p:nvSpPr>
        <p:spPr>
          <a:xfrm>
            <a:off x="2367837" y="6655740"/>
            <a:ext cx="28097" cy="164629"/>
          </a:xfrm>
          <a:prstGeom prst="rect">
            <a:avLst/>
          </a:prstGeom>
          <a:solidFill>
            <a:srgbClr val="ECBE9E"/>
          </a:solidFill>
          <a:ln>
            <a:noFill/>
          </a:ln>
          <a:effectLst/>
        </p:spPr>
        <p:txBody>
          <a:bodyPr rtlCol="0" anchor="ctr"/>
          <a:lstStyle/>
          <a:p>
            <a:pPr algn="ctr"/>
          </a:p>
        </p:txBody>
      </p:sp>
      <p:sp>
        <p:nvSpPr>
          <p:cNvPr id="103" name="Legend color 067"/>
          <p:cNvSpPr/>
          <p:nvPr/>
        </p:nvSpPr>
        <p:spPr>
          <a:xfrm>
            <a:off x="2395581" y="6655740"/>
            <a:ext cx="28097" cy="164629"/>
          </a:xfrm>
          <a:prstGeom prst="rect">
            <a:avLst/>
          </a:prstGeom>
          <a:solidFill>
            <a:srgbClr val="ECBD9D"/>
          </a:solidFill>
          <a:ln>
            <a:noFill/>
          </a:ln>
          <a:effectLst/>
        </p:spPr>
        <p:txBody>
          <a:bodyPr rtlCol="0" anchor="ctr"/>
          <a:lstStyle/>
          <a:p>
            <a:pPr algn="ctr"/>
          </a:p>
        </p:txBody>
      </p:sp>
      <p:sp>
        <p:nvSpPr>
          <p:cNvPr id="104" name="Legend color 068"/>
          <p:cNvSpPr/>
          <p:nvPr/>
        </p:nvSpPr>
        <p:spPr>
          <a:xfrm>
            <a:off x="2423326" y="6655740"/>
            <a:ext cx="28097" cy="164629"/>
          </a:xfrm>
          <a:prstGeom prst="rect">
            <a:avLst/>
          </a:prstGeom>
          <a:solidFill>
            <a:srgbClr val="EBBC9B"/>
          </a:solidFill>
          <a:ln>
            <a:noFill/>
          </a:ln>
          <a:effectLst/>
        </p:spPr>
        <p:txBody>
          <a:bodyPr rtlCol="0" anchor="ctr"/>
          <a:lstStyle/>
          <a:p>
            <a:pPr algn="ctr"/>
          </a:p>
        </p:txBody>
      </p:sp>
      <p:sp>
        <p:nvSpPr>
          <p:cNvPr id="105" name="Legend color 069"/>
          <p:cNvSpPr/>
          <p:nvPr/>
        </p:nvSpPr>
        <p:spPr>
          <a:xfrm>
            <a:off x="2451070" y="6655740"/>
            <a:ext cx="28097" cy="164629"/>
          </a:xfrm>
          <a:prstGeom prst="rect">
            <a:avLst/>
          </a:prstGeom>
          <a:solidFill>
            <a:srgbClr val="EBBB99"/>
          </a:solidFill>
          <a:ln>
            <a:noFill/>
          </a:ln>
          <a:effectLst/>
        </p:spPr>
        <p:txBody>
          <a:bodyPr rtlCol="0" anchor="ctr"/>
          <a:lstStyle/>
          <a:p>
            <a:pPr algn="ctr"/>
          </a:p>
        </p:txBody>
      </p:sp>
      <p:sp>
        <p:nvSpPr>
          <p:cNvPr id="106" name="Legend color 070"/>
          <p:cNvSpPr/>
          <p:nvPr/>
        </p:nvSpPr>
        <p:spPr>
          <a:xfrm>
            <a:off x="2478815" y="6655740"/>
            <a:ext cx="28097" cy="164629"/>
          </a:xfrm>
          <a:prstGeom prst="rect">
            <a:avLst/>
          </a:prstGeom>
          <a:solidFill>
            <a:srgbClr val="EBB997"/>
          </a:solidFill>
          <a:ln>
            <a:noFill/>
          </a:ln>
          <a:effectLst/>
        </p:spPr>
        <p:txBody>
          <a:bodyPr rtlCol="0" anchor="ctr"/>
          <a:lstStyle/>
          <a:p>
            <a:pPr algn="ctr"/>
          </a:p>
        </p:txBody>
      </p:sp>
      <p:sp>
        <p:nvSpPr>
          <p:cNvPr id="107" name="Legend color 071"/>
          <p:cNvSpPr/>
          <p:nvPr/>
        </p:nvSpPr>
        <p:spPr>
          <a:xfrm>
            <a:off x="2506559" y="6655740"/>
            <a:ext cx="28097" cy="164629"/>
          </a:xfrm>
          <a:prstGeom prst="rect">
            <a:avLst/>
          </a:prstGeom>
          <a:solidFill>
            <a:srgbClr val="EAB896"/>
          </a:solidFill>
          <a:ln>
            <a:noFill/>
          </a:ln>
          <a:effectLst/>
        </p:spPr>
        <p:txBody>
          <a:bodyPr rtlCol="0" anchor="ctr"/>
          <a:lstStyle/>
          <a:p>
            <a:pPr algn="ctr"/>
          </a:p>
        </p:txBody>
      </p:sp>
      <p:sp>
        <p:nvSpPr>
          <p:cNvPr id="108" name="Legend color 072"/>
          <p:cNvSpPr/>
          <p:nvPr/>
        </p:nvSpPr>
        <p:spPr>
          <a:xfrm>
            <a:off x="2534304" y="6655740"/>
            <a:ext cx="28097" cy="164629"/>
          </a:xfrm>
          <a:prstGeom prst="rect">
            <a:avLst/>
          </a:prstGeom>
          <a:solidFill>
            <a:srgbClr val="EAB794"/>
          </a:solidFill>
          <a:ln>
            <a:noFill/>
          </a:ln>
          <a:effectLst/>
        </p:spPr>
        <p:txBody>
          <a:bodyPr rtlCol="0" anchor="ctr"/>
          <a:lstStyle/>
          <a:p>
            <a:pPr algn="ctr"/>
          </a:p>
        </p:txBody>
      </p:sp>
      <p:sp>
        <p:nvSpPr>
          <p:cNvPr id="109" name="Legend color 073"/>
          <p:cNvSpPr/>
          <p:nvPr/>
        </p:nvSpPr>
        <p:spPr>
          <a:xfrm>
            <a:off x="2562048" y="6655740"/>
            <a:ext cx="28097" cy="164629"/>
          </a:xfrm>
          <a:prstGeom prst="rect">
            <a:avLst/>
          </a:prstGeom>
          <a:solidFill>
            <a:srgbClr val="E9B592"/>
          </a:solidFill>
          <a:ln>
            <a:noFill/>
          </a:ln>
          <a:effectLst/>
        </p:spPr>
        <p:txBody>
          <a:bodyPr rtlCol="0" anchor="ctr"/>
          <a:lstStyle/>
          <a:p>
            <a:pPr algn="ctr"/>
          </a:p>
        </p:txBody>
      </p:sp>
      <p:sp>
        <p:nvSpPr>
          <p:cNvPr id="110" name="Legend color 074"/>
          <p:cNvSpPr/>
          <p:nvPr/>
        </p:nvSpPr>
        <p:spPr>
          <a:xfrm>
            <a:off x="2589793" y="6655740"/>
            <a:ext cx="28097" cy="164629"/>
          </a:xfrm>
          <a:prstGeom prst="rect">
            <a:avLst/>
          </a:prstGeom>
          <a:solidFill>
            <a:srgbClr val="E9B491"/>
          </a:solidFill>
          <a:ln>
            <a:noFill/>
          </a:ln>
          <a:effectLst/>
        </p:spPr>
        <p:txBody>
          <a:bodyPr rtlCol="0" anchor="ctr"/>
          <a:lstStyle/>
          <a:p>
            <a:pPr algn="ctr"/>
          </a:p>
        </p:txBody>
      </p:sp>
      <p:sp>
        <p:nvSpPr>
          <p:cNvPr id="111" name="Legend color 075"/>
          <p:cNvSpPr/>
          <p:nvPr/>
        </p:nvSpPr>
        <p:spPr>
          <a:xfrm>
            <a:off x="2617537" y="6655740"/>
            <a:ext cx="28097" cy="164629"/>
          </a:xfrm>
          <a:prstGeom prst="rect">
            <a:avLst/>
          </a:prstGeom>
          <a:solidFill>
            <a:srgbClr val="E9B38F"/>
          </a:solidFill>
          <a:ln>
            <a:noFill/>
          </a:ln>
          <a:effectLst/>
        </p:spPr>
        <p:txBody>
          <a:bodyPr rtlCol="0" anchor="ctr"/>
          <a:lstStyle/>
          <a:p>
            <a:pPr algn="ctr"/>
          </a:p>
        </p:txBody>
      </p:sp>
      <p:sp>
        <p:nvSpPr>
          <p:cNvPr id="112" name="Legend color 076"/>
          <p:cNvSpPr/>
          <p:nvPr/>
        </p:nvSpPr>
        <p:spPr>
          <a:xfrm>
            <a:off x="2645282" y="6655740"/>
            <a:ext cx="28097" cy="164629"/>
          </a:xfrm>
          <a:prstGeom prst="rect">
            <a:avLst/>
          </a:prstGeom>
          <a:solidFill>
            <a:srgbClr val="E8B28D"/>
          </a:solidFill>
          <a:ln>
            <a:noFill/>
          </a:ln>
          <a:effectLst/>
        </p:spPr>
        <p:txBody>
          <a:bodyPr rtlCol="0" anchor="ctr"/>
          <a:lstStyle/>
          <a:p>
            <a:pPr algn="ctr"/>
          </a:p>
        </p:txBody>
      </p:sp>
      <p:sp>
        <p:nvSpPr>
          <p:cNvPr id="113" name="Legend color 077"/>
          <p:cNvSpPr/>
          <p:nvPr/>
        </p:nvSpPr>
        <p:spPr>
          <a:xfrm>
            <a:off x="2673026" y="6655740"/>
            <a:ext cx="28097" cy="164629"/>
          </a:xfrm>
          <a:prstGeom prst="rect">
            <a:avLst/>
          </a:prstGeom>
          <a:solidFill>
            <a:srgbClr val="E8B08B"/>
          </a:solidFill>
          <a:ln>
            <a:noFill/>
          </a:ln>
          <a:effectLst/>
        </p:spPr>
        <p:txBody>
          <a:bodyPr rtlCol="0" anchor="ctr"/>
          <a:lstStyle/>
          <a:p>
            <a:pPr algn="ctr"/>
          </a:p>
        </p:txBody>
      </p:sp>
      <p:sp>
        <p:nvSpPr>
          <p:cNvPr id="114" name="Legend color 078"/>
          <p:cNvSpPr/>
          <p:nvPr/>
        </p:nvSpPr>
        <p:spPr>
          <a:xfrm>
            <a:off x="2700771" y="6655740"/>
            <a:ext cx="28097" cy="164629"/>
          </a:xfrm>
          <a:prstGeom prst="rect">
            <a:avLst/>
          </a:prstGeom>
          <a:solidFill>
            <a:srgbClr val="E8AF8A"/>
          </a:solidFill>
          <a:ln>
            <a:noFill/>
          </a:ln>
          <a:effectLst/>
        </p:spPr>
        <p:txBody>
          <a:bodyPr rtlCol="0" anchor="ctr"/>
          <a:lstStyle/>
          <a:p>
            <a:pPr algn="ctr"/>
          </a:p>
        </p:txBody>
      </p:sp>
      <p:sp>
        <p:nvSpPr>
          <p:cNvPr id="115" name="Legend color 079"/>
          <p:cNvSpPr/>
          <p:nvPr/>
        </p:nvSpPr>
        <p:spPr>
          <a:xfrm>
            <a:off x="2728515" y="6655740"/>
            <a:ext cx="28097" cy="164629"/>
          </a:xfrm>
          <a:prstGeom prst="rect">
            <a:avLst/>
          </a:prstGeom>
          <a:solidFill>
            <a:srgbClr val="E7AE89"/>
          </a:solidFill>
          <a:ln>
            <a:noFill/>
          </a:ln>
          <a:effectLst/>
        </p:spPr>
        <p:txBody>
          <a:bodyPr rtlCol="0" anchor="ctr"/>
          <a:lstStyle/>
          <a:p>
            <a:pPr algn="ctr"/>
          </a:p>
        </p:txBody>
      </p:sp>
      <p:sp>
        <p:nvSpPr>
          <p:cNvPr id="116" name="Legend color 080"/>
          <p:cNvSpPr/>
          <p:nvPr/>
        </p:nvSpPr>
        <p:spPr>
          <a:xfrm>
            <a:off x="2756260" y="6655740"/>
            <a:ext cx="28097" cy="164629"/>
          </a:xfrm>
          <a:prstGeom prst="rect">
            <a:avLst/>
          </a:prstGeom>
          <a:solidFill>
            <a:srgbClr val="E7AD88"/>
          </a:solidFill>
          <a:ln>
            <a:noFill/>
          </a:ln>
          <a:effectLst/>
        </p:spPr>
        <p:txBody>
          <a:bodyPr rtlCol="0" anchor="ctr"/>
          <a:lstStyle/>
          <a:p>
            <a:pPr algn="ctr"/>
          </a:p>
        </p:txBody>
      </p:sp>
      <p:sp>
        <p:nvSpPr>
          <p:cNvPr id="117" name="Legend color 081"/>
          <p:cNvSpPr/>
          <p:nvPr/>
        </p:nvSpPr>
        <p:spPr>
          <a:xfrm>
            <a:off x="2784004" y="6655740"/>
            <a:ext cx="28097" cy="164629"/>
          </a:xfrm>
          <a:prstGeom prst="rect">
            <a:avLst/>
          </a:prstGeom>
          <a:solidFill>
            <a:srgbClr val="E6AC86"/>
          </a:solidFill>
          <a:ln>
            <a:noFill/>
          </a:ln>
          <a:effectLst/>
        </p:spPr>
        <p:txBody>
          <a:bodyPr rtlCol="0" anchor="ctr"/>
          <a:lstStyle/>
          <a:p>
            <a:pPr algn="ctr"/>
          </a:p>
        </p:txBody>
      </p:sp>
      <p:sp>
        <p:nvSpPr>
          <p:cNvPr id="118" name="Legend color 082"/>
          <p:cNvSpPr/>
          <p:nvPr/>
        </p:nvSpPr>
        <p:spPr>
          <a:xfrm>
            <a:off x="2811749" y="6655740"/>
            <a:ext cx="28097" cy="164629"/>
          </a:xfrm>
          <a:prstGeom prst="rect">
            <a:avLst/>
          </a:prstGeom>
          <a:solidFill>
            <a:srgbClr val="E6AB85"/>
          </a:solidFill>
          <a:ln>
            <a:noFill/>
          </a:ln>
          <a:effectLst/>
        </p:spPr>
        <p:txBody>
          <a:bodyPr rtlCol="0" anchor="ctr"/>
          <a:lstStyle/>
          <a:p>
            <a:pPr algn="ctr"/>
          </a:p>
        </p:txBody>
      </p:sp>
      <p:sp>
        <p:nvSpPr>
          <p:cNvPr id="119" name="Legend color 083"/>
          <p:cNvSpPr/>
          <p:nvPr/>
        </p:nvSpPr>
        <p:spPr>
          <a:xfrm>
            <a:off x="2839493" y="6655740"/>
            <a:ext cx="28097" cy="164629"/>
          </a:xfrm>
          <a:prstGeom prst="rect">
            <a:avLst/>
          </a:prstGeom>
          <a:solidFill>
            <a:srgbClr val="E5A984"/>
          </a:solidFill>
          <a:ln>
            <a:noFill/>
          </a:ln>
          <a:effectLst/>
        </p:spPr>
        <p:txBody>
          <a:bodyPr rtlCol="0" anchor="ctr"/>
          <a:lstStyle/>
          <a:p>
            <a:pPr algn="ctr"/>
          </a:p>
        </p:txBody>
      </p:sp>
      <p:sp>
        <p:nvSpPr>
          <p:cNvPr id="120" name="Legend color 084"/>
          <p:cNvSpPr/>
          <p:nvPr/>
        </p:nvSpPr>
        <p:spPr>
          <a:xfrm>
            <a:off x="2867238" y="6655740"/>
            <a:ext cx="28097" cy="164629"/>
          </a:xfrm>
          <a:prstGeom prst="rect">
            <a:avLst/>
          </a:prstGeom>
          <a:solidFill>
            <a:srgbClr val="E5A883"/>
          </a:solidFill>
          <a:ln>
            <a:noFill/>
          </a:ln>
          <a:effectLst/>
        </p:spPr>
        <p:txBody>
          <a:bodyPr rtlCol="0" anchor="ctr"/>
          <a:lstStyle/>
          <a:p>
            <a:pPr algn="ctr"/>
          </a:p>
        </p:txBody>
      </p:sp>
      <p:sp>
        <p:nvSpPr>
          <p:cNvPr id="121" name="Legend color 085"/>
          <p:cNvSpPr/>
          <p:nvPr/>
        </p:nvSpPr>
        <p:spPr>
          <a:xfrm>
            <a:off x="2894982" y="6655740"/>
            <a:ext cx="28097" cy="164629"/>
          </a:xfrm>
          <a:prstGeom prst="rect">
            <a:avLst/>
          </a:prstGeom>
          <a:solidFill>
            <a:srgbClr val="E4A781"/>
          </a:solidFill>
          <a:ln>
            <a:noFill/>
          </a:ln>
          <a:effectLst/>
        </p:spPr>
        <p:txBody>
          <a:bodyPr rtlCol="0" anchor="ctr"/>
          <a:lstStyle/>
          <a:p>
            <a:pPr algn="ctr"/>
          </a:p>
        </p:txBody>
      </p:sp>
      <p:sp>
        <p:nvSpPr>
          <p:cNvPr id="122" name="Legend color 086"/>
          <p:cNvSpPr/>
          <p:nvPr/>
        </p:nvSpPr>
        <p:spPr>
          <a:xfrm>
            <a:off x="2922727" y="6655740"/>
            <a:ext cx="28097" cy="164629"/>
          </a:xfrm>
          <a:prstGeom prst="rect">
            <a:avLst/>
          </a:prstGeom>
          <a:solidFill>
            <a:srgbClr val="E4A680"/>
          </a:solidFill>
          <a:ln>
            <a:noFill/>
          </a:ln>
          <a:effectLst/>
        </p:spPr>
        <p:txBody>
          <a:bodyPr rtlCol="0" anchor="ctr"/>
          <a:lstStyle/>
          <a:p>
            <a:pPr algn="ctr"/>
          </a:p>
        </p:txBody>
      </p:sp>
      <p:sp>
        <p:nvSpPr>
          <p:cNvPr id="123" name="Legend color 087"/>
          <p:cNvSpPr/>
          <p:nvPr/>
        </p:nvSpPr>
        <p:spPr>
          <a:xfrm>
            <a:off x="2950471" y="6655740"/>
            <a:ext cx="28097" cy="164629"/>
          </a:xfrm>
          <a:prstGeom prst="rect">
            <a:avLst/>
          </a:prstGeom>
          <a:solidFill>
            <a:srgbClr val="E3A57F"/>
          </a:solidFill>
          <a:ln>
            <a:noFill/>
          </a:ln>
          <a:effectLst/>
        </p:spPr>
        <p:txBody>
          <a:bodyPr rtlCol="0" anchor="ctr"/>
          <a:lstStyle/>
          <a:p>
            <a:pPr algn="ctr"/>
          </a:p>
        </p:txBody>
      </p:sp>
      <p:sp>
        <p:nvSpPr>
          <p:cNvPr id="124" name="Legend color 088"/>
          <p:cNvSpPr/>
          <p:nvPr/>
        </p:nvSpPr>
        <p:spPr>
          <a:xfrm>
            <a:off x="2978216" y="6655740"/>
            <a:ext cx="28097" cy="164629"/>
          </a:xfrm>
          <a:prstGeom prst="rect">
            <a:avLst/>
          </a:prstGeom>
          <a:solidFill>
            <a:srgbClr val="E3A47E"/>
          </a:solidFill>
          <a:ln>
            <a:noFill/>
          </a:ln>
          <a:effectLst/>
        </p:spPr>
        <p:txBody>
          <a:bodyPr rtlCol="0" anchor="ctr"/>
          <a:lstStyle/>
          <a:p>
            <a:pPr algn="ctr"/>
          </a:p>
        </p:txBody>
      </p:sp>
      <p:sp>
        <p:nvSpPr>
          <p:cNvPr id="125" name="Legend color 089"/>
          <p:cNvSpPr/>
          <p:nvPr/>
        </p:nvSpPr>
        <p:spPr>
          <a:xfrm>
            <a:off x="3005960" y="6655740"/>
            <a:ext cx="28097" cy="164629"/>
          </a:xfrm>
          <a:prstGeom prst="rect">
            <a:avLst/>
          </a:prstGeom>
          <a:solidFill>
            <a:srgbClr val="E2A37C"/>
          </a:solidFill>
          <a:ln>
            <a:noFill/>
          </a:ln>
          <a:effectLst/>
        </p:spPr>
        <p:txBody>
          <a:bodyPr rtlCol="0" anchor="ctr"/>
          <a:lstStyle/>
          <a:p>
            <a:pPr algn="ctr"/>
          </a:p>
        </p:txBody>
      </p:sp>
      <p:sp>
        <p:nvSpPr>
          <p:cNvPr id="126" name="Legend color 090"/>
          <p:cNvSpPr/>
          <p:nvPr/>
        </p:nvSpPr>
        <p:spPr>
          <a:xfrm>
            <a:off x="3033705" y="6655740"/>
            <a:ext cx="28097" cy="164629"/>
          </a:xfrm>
          <a:prstGeom prst="rect">
            <a:avLst/>
          </a:prstGeom>
          <a:solidFill>
            <a:srgbClr val="E2A27B"/>
          </a:solidFill>
          <a:ln>
            <a:noFill/>
          </a:ln>
          <a:effectLst/>
        </p:spPr>
        <p:txBody>
          <a:bodyPr rtlCol="0" anchor="ctr"/>
          <a:lstStyle/>
          <a:p>
            <a:pPr algn="ctr"/>
          </a:p>
        </p:txBody>
      </p:sp>
      <p:sp>
        <p:nvSpPr>
          <p:cNvPr id="127" name="Legend color 091"/>
          <p:cNvSpPr/>
          <p:nvPr/>
        </p:nvSpPr>
        <p:spPr>
          <a:xfrm>
            <a:off x="3061449" y="6655740"/>
            <a:ext cx="28097" cy="164629"/>
          </a:xfrm>
          <a:prstGeom prst="rect">
            <a:avLst/>
          </a:prstGeom>
          <a:solidFill>
            <a:srgbClr val="E2A07A"/>
          </a:solidFill>
          <a:ln>
            <a:noFill/>
          </a:ln>
          <a:effectLst/>
        </p:spPr>
        <p:txBody>
          <a:bodyPr rtlCol="0" anchor="ctr"/>
          <a:lstStyle/>
          <a:p>
            <a:pPr algn="ctr"/>
          </a:p>
        </p:txBody>
      </p:sp>
      <p:sp>
        <p:nvSpPr>
          <p:cNvPr id="128" name="Legend color 092"/>
          <p:cNvSpPr/>
          <p:nvPr/>
        </p:nvSpPr>
        <p:spPr>
          <a:xfrm>
            <a:off x="3089194" y="6655740"/>
            <a:ext cx="28097" cy="164629"/>
          </a:xfrm>
          <a:prstGeom prst="rect">
            <a:avLst/>
          </a:prstGeom>
          <a:solidFill>
            <a:srgbClr val="E19F79"/>
          </a:solidFill>
          <a:ln>
            <a:noFill/>
          </a:ln>
          <a:effectLst/>
        </p:spPr>
        <p:txBody>
          <a:bodyPr rtlCol="0" anchor="ctr"/>
          <a:lstStyle/>
          <a:p>
            <a:pPr algn="ctr"/>
          </a:p>
        </p:txBody>
      </p:sp>
      <p:sp>
        <p:nvSpPr>
          <p:cNvPr id="129" name="Legend color 093"/>
          <p:cNvSpPr/>
          <p:nvPr/>
        </p:nvSpPr>
        <p:spPr>
          <a:xfrm>
            <a:off x="3116938" y="6655740"/>
            <a:ext cx="28097" cy="164629"/>
          </a:xfrm>
          <a:prstGeom prst="rect">
            <a:avLst/>
          </a:prstGeom>
          <a:solidFill>
            <a:srgbClr val="E19E77"/>
          </a:solidFill>
          <a:ln>
            <a:noFill/>
          </a:ln>
          <a:effectLst/>
        </p:spPr>
        <p:txBody>
          <a:bodyPr rtlCol="0" anchor="ctr"/>
          <a:lstStyle/>
          <a:p>
            <a:pPr algn="ctr"/>
          </a:p>
        </p:txBody>
      </p:sp>
      <p:sp>
        <p:nvSpPr>
          <p:cNvPr id="130" name="Legend color 094"/>
          <p:cNvSpPr/>
          <p:nvPr/>
        </p:nvSpPr>
        <p:spPr>
          <a:xfrm>
            <a:off x="3144683" y="6655740"/>
            <a:ext cx="28097" cy="164629"/>
          </a:xfrm>
          <a:prstGeom prst="rect">
            <a:avLst/>
          </a:prstGeom>
          <a:solidFill>
            <a:srgbClr val="E09D76"/>
          </a:solidFill>
          <a:ln>
            <a:noFill/>
          </a:ln>
          <a:effectLst/>
        </p:spPr>
        <p:txBody>
          <a:bodyPr rtlCol="0" anchor="ctr"/>
          <a:lstStyle/>
          <a:p>
            <a:pPr algn="ctr"/>
          </a:p>
        </p:txBody>
      </p:sp>
      <p:sp>
        <p:nvSpPr>
          <p:cNvPr id="131" name="Legend color 095"/>
          <p:cNvSpPr/>
          <p:nvPr/>
        </p:nvSpPr>
        <p:spPr>
          <a:xfrm>
            <a:off x="3172427" y="6655740"/>
            <a:ext cx="28097" cy="164629"/>
          </a:xfrm>
          <a:prstGeom prst="rect">
            <a:avLst/>
          </a:prstGeom>
          <a:solidFill>
            <a:srgbClr val="E09C75"/>
          </a:solidFill>
          <a:ln>
            <a:noFill/>
          </a:ln>
          <a:effectLst/>
        </p:spPr>
        <p:txBody>
          <a:bodyPr rtlCol="0" anchor="ctr"/>
          <a:lstStyle/>
          <a:p>
            <a:pPr algn="ctr"/>
          </a:p>
        </p:txBody>
      </p:sp>
      <p:sp>
        <p:nvSpPr>
          <p:cNvPr id="132" name="Legend color 096"/>
          <p:cNvSpPr/>
          <p:nvPr/>
        </p:nvSpPr>
        <p:spPr>
          <a:xfrm>
            <a:off x="3200172" y="6655740"/>
            <a:ext cx="28097" cy="164629"/>
          </a:xfrm>
          <a:prstGeom prst="rect">
            <a:avLst/>
          </a:prstGeom>
          <a:solidFill>
            <a:srgbClr val="DF9B74"/>
          </a:solidFill>
          <a:ln>
            <a:noFill/>
          </a:ln>
          <a:effectLst/>
        </p:spPr>
        <p:txBody>
          <a:bodyPr rtlCol="0" anchor="ctr"/>
          <a:lstStyle/>
          <a:p>
            <a:pPr algn="ctr"/>
          </a:p>
        </p:txBody>
      </p:sp>
      <p:sp>
        <p:nvSpPr>
          <p:cNvPr id="133" name="Legend color 097"/>
          <p:cNvSpPr/>
          <p:nvPr/>
        </p:nvSpPr>
        <p:spPr>
          <a:xfrm>
            <a:off x="3227916" y="6655740"/>
            <a:ext cx="28097" cy="164629"/>
          </a:xfrm>
          <a:prstGeom prst="rect">
            <a:avLst/>
          </a:prstGeom>
          <a:solidFill>
            <a:srgbClr val="DF9A72"/>
          </a:solidFill>
          <a:ln>
            <a:noFill/>
          </a:ln>
          <a:effectLst/>
        </p:spPr>
        <p:txBody>
          <a:bodyPr rtlCol="0" anchor="ctr"/>
          <a:lstStyle/>
          <a:p>
            <a:pPr algn="ctr"/>
          </a:p>
        </p:txBody>
      </p:sp>
      <p:sp>
        <p:nvSpPr>
          <p:cNvPr id="134" name="Legend color 098"/>
          <p:cNvSpPr/>
          <p:nvPr/>
        </p:nvSpPr>
        <p:spPr>
          <a:xfrm>
            <a:off x="3255661" y="6655740"/>
            <a:ext cx="28097" cy="164629"/>
          </a:xfrm>
          <a:prstGeom prst="rect">
            <a:avLst/>
          </a:prstGeom>
          <a:solidFill>
            <a:srgbClr val="DE9871"/>
          </a:solidFill>
          <a:ln>
            <a:noFill/>
          </a:ln>
          <a:effectLst/>
        </p:spPr>
        <p:txBody>
          <a:bodyPr rtlCol="0" anchor="ctr"/>
          <a:lstStyle/>
          <a:p>
            <a:pPr algn="ctr"/>
          </a:p>
        </p:txBody>
      </p:sp>
      <p:sp>
        <p:nvSpPr>
          <p:cNvPr id="135" name="Legend color 099"/>
          <p:cNvSpPr/>
          <p:nvPr/>
        </p:nvSpPr>
        <p:spPr>
          <a:xfrm>
            <a:off x="3283405" y="6655740"/>
            <a:ext cx="28097" cy="164629"/>
          </a:xfrm>
          <a:prstGeom prst="rect">
            <a:avLst/>
          </a:prstGeom>
          <a:solidFill>
            <a:srgbClr val="DE9770"/>
          </a:solidFill>
          <a:ln>
            <a:noFill/>
          </a:ln>
          <a:effectLst/>
        </p:spPr>
        <p:txBody>
          <a:bodyPr rtlCol="0" anchor="ctr"/>
          <a:lstStyle/>
          <a:p>
            <a:pPr algn="ctr"/>
          </a:p>
        </p:txBody>
      </p:sp>
      <p:sp>
        <p:nvSpPr>
          <p:cNvPr id="136" name="Legend color 100"/>
          <p:cNvSpPr/>
          <p:nvPr/>
        </p:nvSpPr>
        <p:spPr>
          <a:xfrm>
            <a:off x="3311150" y="6655740"/>
            <a:ext cx="28097" cy="164629"/>
          </a:xfrm>
          <a:prstGeom prst="rect">
            <a:avLst/>
          </a:prstGeom>
          <a:solidFill>
            <a:srgbClr val="DD966F"/>
          </a:solidFill>
          <a:ln>
            <a:noFill/>
          </a:ln>
          <a:effectLst/>
        </p:spPr>
        <p:txBody>
          <a:bodyPr rtlCol="0" anchor="ctr"/>
          <a:lstStyle/>
          <a:p>
            <a:pPr algn="ctr"/>
          </a:p>
        </p:txBody>
      </p:sp>
      <p:sp>
        <p:nvSpPr>
          <p:cNvPr id="137" name="Legend color 101"/>
          <p:cNvSpPr/>
          <p:nvPr/>
        </p:nvSpPr>
        <p:spPr>
          <a:xfrm>
            <a:off x="3338894" y="6655740"/>
            <a:ext cx="28097" cy="164629"/>
          </a:xfrm>
          <a:prstGeom prst="rect">
            <a:avLst/>
          </a:prstGeom>
          <a:solidFill>
            <a:srgbClr val="DD956D"/>
          </a:solidFill>
          <a:ln>
            <a:noFill/>
          </a:ln>
          <a:effectLst/>
        </p:spPr>
        <p:txBody>
          <a:bodyPr rtlCol="0" anchor="ctr"/>
          <a:lstStyle/>
          <a:p>
            <a:pPr algn="ctr"/>
          </a:p>
        </p:txBody>
      </p:sp>
      <p:sp>
        <p:nvSpPr>
          <p:cNvPr id="138" name="Legend color 102"/>
          <p:cNvSpPr/>
          <p:nvPr/>
        </p:nvSpPr>
        <p:spPr>
          <a:xfrm>
            <a:off x="3366639" y="6655740"/>
            <a:ext cx="28097" cy="164629"/>
          </a:xfrm>
          <a:prstGeom prst="rect">
            <a:avLst/>
          </a:prstGeom>
          <a:solidFill>
            <a:srgbClr val="DC946C"/>
          </a:solidFill>
          <a:ln>
            <a:noFill/>
          </a:ln>
          <a:effectLst/>
        </p:spPr>
        <p:txBody>
          <a:bodyPr rtlCol="0" anchor="ctr"/>
          <a:lstStyle/>
          <a:p>
            <a:pPr algn="ctr"/>
          </a:p>
        </p:txBody>
      </p:sp>
      <p:sp>
        <p:nvSpPr>
          <p:cNvPr id="139" name="Legend color 103"/>
          <p:cNvSpPr/>
          <p:nvPr/>
        </p:nvSpPr>
        <p:spPr>
          <a:xfrm>
            <a:off x="3394383" y="6655740"/>
            <a:ext cx="28097" cy="164629"/>
          </a:xfrm>
          <a:prstGeom prst="rect">
            <a:avLst/>
          </a:prstGeom>
          <a:solidFill>
            <a:srgbClr val="DC936B"/>
          </a:solidFill>
          <a:ln>
            <a:noFill/>
          </a:ln>
          <a:effectLst/>
        </p:spPr>
        <p:txBody>
          <a:bodyPr rtlCol="0" anchor="ctr"/>
          <a:lstStyle/>
          <a:p>
            <a:pPr algn="ctr"/>
          </a:p>
        </p:txBody>
      </p:sp>
      <p:sp>
        <p:nvSpPr>
          <p:cNvPr id="140" name="Legend color 104"/>
          <p:cNvSpPr/>
          <p:nvPr/>
        </p:nvSpPr>
        <p:spPr>
          <a:xfrm>
            <a:off x="3422128" y="6655740"/>
            <a:ext cx="28097" cy="164629"/>
          </a:xfrm>
          <a:prstGeom prst="rect">
            <a:avLst/>
          </a:prstGeom>
          <a:solidFill>
            <a:srgbClr val="DB926A"/>
          </a:solidFill>
          <a:ln>
            <a:noFill/>
          </a:ln>
          <a:effectLst/>
        </p:spPr>
        <p:txBody>
          <a:bodyPr rtlCol="0" anchor="ctr"/>
          <a:lstStyle/>
          <a:p>
            <a:pPr algn="ctr"/>
          </a:p>
        </p:txBody>
      </p:sp>
      <p:sp>
        <p:nvSpPr>
          <p:cNvPr id="141" name="Legend color 105"/>
          <p:cNvSpPr/>
          <p:nvPr/>
        </p:nvSpPr>
        <p:spPr>
          <a:xfrm>
            <a:off x="3449872" y="6655740"/>
            <a:ext cx="28097" cy="164629"/>
          </a:xfrm>
          <a:prstGeom prst="rect">
            <a:avLst/>
          </a:prstGeom>
          <a:solidFill>
            <a:srgbClr val="DB9169"/>
          </a:solidFill>
          <a:ln>
            <a:noFill/>
          </a:ln>
          <a:effectLst/>
        </p:spPr>
        <p:txBody>
          <a:bodyPr rtlCol="0" anchor="ctr"/>
          <a:lstStyle/>
          <a:p>
            <a:pPr algn="ctr"/>
          </a:p>
        </p:txBody>
      </p:sp>
      <p:sp>
        <p:nvSpPr>
          <p:cNvPr id="142" name="Legend color 106"/>
          <p:cNvSpPr/>
          <p:nvPr/>
        </p:nvSpPr>
        <p:spPr>
          <a:xfrm>
            <a:off x="3477617" y="6655740"/>
            <a:ext cx="28097" cy="164629"/>
          </a:xfrm>
          <a:prstGeom prst="rect">
            <a:avLst/>
          </a:prstGeom>
          <a:solidFill>
            <a:srgbClr val="DA9068"/>
          </a:solidFill>
          <a:ln>
            <a:noFill/>
          </a:ln>
          <a:effectLst/>
        </p:spPr>
        <p:txBody>
          <a:bodyPr rtlCol="0" anchor="ctr"/>
          <a:lstStyle/>
          <a:p>
            <a:pPr algn="ctr"/>
          </a:p>
        </p:txBody>
      </p:sp>
      <p:sp>
        <p:nvSpPr>
          <p:cNvPr id="143" name="Legend color 107"/>
          <p:cNvSpPr/>
          <p:nvPr/>
        </p:nvSpPr>
        <p:spPr>
          <a:xfrm>
            <a:off x="3505361" y="6655740"/>
            <a:ext cx="28097" cy="164629"/>
          </a:xfrm>
          <a:prstGeom prst="rect">
            <a:avLst/>
          </a:prstGeom>
          <a:solidFill>
            <a:srgbClr val="DA8F67"/>
          </a:solidFill>
          <a:ln>
            <a:noFill/>
          </a:ln>
          <a:effectLst/>
        </p:spPr>
        <p:txBody>
          <a:bodyPr rtlCol="0" anchor="ctr"/>
          <a:lstStyle/>
          <a:p>
            <a:pPr algn="ctr"/>
          </a:p>
        </p:txBody>
      </p:sp>
      <p:sp>
        <p:nvSpPr>
          <p:cNvPr id="144" name="Legend color 108"/>
          <p:cNvSpPr/>
          <p:nvPr/>
        </p:nvSpPr>
        <p:spPr>
          <a:xfrm>
            <a:off x="3533106" y="6655740"/>
            <a:ext cx="28097" cy="164629"/>
          </a:xfrm>
          <a:prstGeom prst="rect">
            <a:avLst/>
          </a:prstGeom>
          <a:solidFill>
            <a:srgbClr val="D98E66"/>
          </a:solidFill>
          <a:ln>
            <a:noFill/>
          </a:ln>
          <a:effectLst/>
        </p:spPr>
        <p:txBody>
          <a:bodyPr rtlCol="0" anchor="ctr"/>
          <a:lstStyle/>
          <a:p>
            <a:pPr algn="ctr"/>
          </a:p>
        </p:txBody>
      </p:sp>
      <p:sp>
        <p:nvSpPr>
          <p:cNvPr id="145" name="Legend color 109"/>
          <p:cNvSpPr/>
          <p:nvPr/>
        </p:nvSpPr>
        <p:spPr>
          <a:xfrm>
            <a:off x="3560850" y="6655740"/>
            <a:ext cx="28097" cy="164629"/>
          </a:xfrm>
          <a:prstGeom prst="rect">
            <a:avLst/>
          </a:prstGeom>
          <a:solidFill>
            <a:srgbClr val="D98C65"/>
          </a:solidFill>
          <a:ln>
            <a:noFill/>
          </a:ln>
          <a:effectLst/>
        </p:spPr>
        <p:txBody>
          <a:bodyPr rtlCol="0" anchor="ctr"/>
          <a:lstStyle/>
          <a:p>
            <a:pPr algn="ctr"/>
          </a:p>
        </p:txBody>
      </p:sp>
      <p:sp>
        <p:nvSpPr>
          <p:cNvPr id="146" name="Legend color 110"/>
          <p:cNvSpPr/>
          <p:nvPr/>
        </p:nvSpPr>
        <p:spPr>
          <a:xfrm>
            <a:off x="3588595" y="6655740"/>
            <a:ext cx="28097" cy="164629"/>
          </a:xfrm>
          <a:prstGeom prst="rect">
            <a:avLst/>
          </a:prstGeom>
          <a:solidFill>
            <a:srgbClr val="D88B64"/>
          </a:solidFill>
          <a:ln>
            <a:noFill/>
          </a:ln>
          <a:effectLst/>
        </p:spPr>
        <p:txBody>
          <a:bodyPr rtlCol="0" anchor="ctr"/>
          <a:lstStyle/>
          <a:p>
            <a:pPr algn="ctr"/>
          </a:p>
        </p:txBody>
      </p:sp>
      <p:sp>
        <p:nvSpPr>
          <p:cNvPr id="147" name="Legend color 111"/>
          <p:cNvSpPr/>
          <p:nvPr/>
        </p:nvSpPr>
        <p:spPr>
          <a:xfrm>
            <a:off x="3616339" y="6655740"/>
            <a:ext cx="28097" cy="164629"/>
          </a:xfrm>
          <a:prstGeom prst="rect">
            <a:avLst/>
          </a:prstGeom>
          <a:solidFill>
            <a:srgbClr val="D88A63"/>
          </a:solidFill>
          <a:ln>
            <a:noFill/>
          </a:ln>
          <a:effectLst/>
        </p:spPr>
        <p:txBody>
          <a:bodyPr rtlCol="0" anchor="ctr"/>
          <a:lstStyle/>
          <a:p>
            <a:pPr algn="ctr"/>
          </a:p>
        </p:txBody>
      </p:sp>
      <p:sp>
        <p:nvSpPr>
          <p:cNvPr id="148" name="Legend color 112"/>
          <p:cNvSpPr/>
          <p:nvPr/>
        </p:nvSpPr>
        <p:spPr>
          <a:xfrm>
            <a:off x="3644084" y="6655740"/>
            <a:ext cx="28097" cy="164629"/>
          </a:xfrm>
          <a:prstGeom prst="rect">
            <a:avLst/>
          </a:prstGeom>
          <a:solidFill>
            <a:srgbClr val="D78962"/>
          </a:solidFill>
          <a:ln>
            <a:noFill/>
          </a:ln>
          <a:effectLst/>
        </p:spPr>
        <p:txBody>
          <a:bodyPr rtlCol="0" anchor="ctr"/>
          <a:lstStyle/>
          <a:p>
            <a:pPr algn="ctr"/>
          </a:p>
        </p:txBody>
      </p:sp>
      <p:sp>
        <p:nvSpPr>
          <p:cNvPr id="149" name="Legend color 113"/>
          <p:cNvSpPr/>
          <p:nvPr/>
        </p:nvSpPr>
        <p:spPr>
          <a:xfrm>
            <a:off x="3671828" y="6655740"/>
            <a:ext cx="28097" cy="164629"/>
          </a:xfrm>
          <a:prstGeom prst="rect">
            <a:avLst/>
          </a:prstGeom>
          <a:solidFill>
            <a:srgbClr val="D68861"/>
          </a:solidFill>
          <a:ln>
            <a:noFill/>
          </a:ln>
          <a:effectLst/>
        </p:spPr>
        <p:txBody>
          <a:bodyPr rtlCol="0" anchor="ctr"/>
          <a:lstStyle/>
          <a:p>
            <a:pPr algn="ctr"/>
          </a:p>
        </p:txBody>
      </p:sp>
      <p:sp>
        <p:nvSpPr>
          <p:cNvPr id="150" name="Legend color 114"/>
          <p:cNvSpPr/>
          <p:nvPr/>
        </p:nvSpPr>
        <p:spPr>
          <a:xfrm>
            <a:off x="3699573" y="6655740"/>
            <a:ext cx="28097" cy="164629"/>
          </a:xfrm>
          <a:prstGeom prst="rect">
            <a:avLst/>
          </a:prstGeom>
          <a:solidFill>
            <a:srgbClr val="D68760"/>
          </a:solidFill>
          <a:ln>
            <a:noFill/>
          </a:ln>
          <a:effectLst/>
        </p:spPr>
        <p:txBody>
          <a:bodyPr rtlCol="0" anchor="ctr"/>
          <a:lstStyle/>
          <a:p>
            <a:pPr algn="ctr"/>
          </a:p>
        </p:txBody>
      </p:sp>
      <p:sp>
        <p:nvSpPr>
          <p:cNvPr id="151" name="Legend color 115"/>
          <p:cNvSpPr/>
          <p:nvPr/>
        </p:nvSpPr>
        <p:spPr>
          <a:xfrm>
            <a:off x="3727317" y="6655740"/>
            <a:ext cx="28097" cy="164629"/>
          </a:xfrm>
          <a:prstGeom prst="rect">
            <a:avLst/>
          </a:prstGeom>
          <a:solidFill>
            <a:srgbClr val="D58660"/>
          </a:solidFill>
          <a:ln>
            <a:noFill/>
          </a:ln>
          <a:effectLst/>
        </p:spPr>
        <p:txBody>
          <a:bodyPr rtlCol="0" anchor="ctr"/>
          <a:lstStyle/>
          <a:p>
            <a:pPr algn="ctr"/>
          </a:p>
        </p:txBody>
      </p:sp>
      <p:sp>
        <p:nvSpPr>
          <p:cNvPr id="152" name="Legend color 116"/>
          <p:cNvSpPr/>
          <p:nvPr/>
        </p:nvSpPr>
        <p:spPr>
          <a:xfrm>
            <a:off x="3755062" y="6655740"/>
            <a:ext cx="28097" cy="164629"/>
          </a:xfrm>
          <a:prstGeom prst="rect">
            <a:avLst/>
          </a:prstGeom>
          <a:solidFill>
            <a:srgbClr val="D5855F"/>
          </a:solidFill>
          <a:ln>
            <a:noFill/>
          </a:ln>
          <a:effectLst/>
        </p:spPr>
        <p:txBody>
          <a:bodyPr rtlCol="0" anchor="ctr"/>
          <a:lstStyle/>
          <a:p>
            <a:pPr algn="ctr"/>
          </a:p>
        </p:txBody>
      </p:sp>
      <p:sp>
        <p:nvSpPr>
          <p:cNvPr id="153" name="Legend color 117"/>
          <p:cNvSpPr/>
          <p:nvPr/>
        </p:nvSpPr>
        <p:spPr>
          <a:xfrm>
            <a:off x="3782806" y="6655740"/>
            <a:ext cx="28097" cy="164629"/>
          </a:xfrm>
          <a:prstGeom prst="rect">
            <a:avLst/>
          </a:prstGeom>
          <a:solidFill>
            <a:srgbClr val="D4845E"/>
          </a:solidFill>
          <a:ln>
            <a:noFill/>
          </a:ln>
          <a:effectLst/>
        </p:spPr>
        <p:txBody>
          <a:bodyPr rtlCol="0" anchor="ctr"/>
          <a:lstStyle/>
          <a:p>
            <a:pPr algn="ctr"/>
          </a:p>
        </p:txBody>
      </p:sp>
      <p:sp>
        <p:nvSpPr>
          <p:cNvPr id="154" name="Legend color 118"/>
          <p:cNvSpPr/>
          <p:nvPr/>
        </p:nvSpPr>
        <p:spPr>
          <a:xfrm>
            <a:off x="3810551" y="6655740"/>
            <a:ext cx="28097" cy="164629"/>
          </a:xfrm>
          <a:prstGeom prst="rect">
            <a:avLst/>
          </a:prstGeom>
          <a:solidFill>
            <a:srgbClr val="D4835D"/>
          </a:solidFill>
          <a:ln>
            <a:noFill/>
          </a:ln>
          <a:effectLst/>
        </p:spPr>
        <p:txBody>
          <a:bodyPr rtlCol="0" anchor="ctr"/>
          <a:lstStyle/>
          <a:p>
            <a:pPr algn="ctr"/>
          </a:p>
        </p:txBody>
      </p:sp>
      <p:sp>
        <p:nvSpPr>
          <p:cNvPr id="155" name="Legend color 119"/>
          <p:cNvSpPr/>
          <p:nvPr/>
        </p:nvSpPr>
        <p:spPr>
          <a:xfrm>
            <a:off x="3838295" y="6655740"/>
            <a:ext cx="28097" cy="164629"/>
          </a:xfrm>
          <a:prstGeom prst="rect">
            <a:avLst/>
          </a:prstGeom>
          <a:solidFill>
            <a:srgbClr val="D3825C"/>
          </a:solidFill>
          <a:ln>
            <a:noFill/>
          </a:ln>
          <a:effectLst/>
        </p:spPr>
        <p:txBody>
          <a:bodyPr rtlCol="0" anchor="ctr"/>
          <a:lstStyle/>
          <a:p>
            <a:pPr algn="ctr"/>
          </a:p>
        </p:txBody>
      </p:sp>
      <p:sp>
        <p:nvSpPr>
          <p:cNvPr id="156" name="Legend color 120"/>
          <p:cNvSpPr/>
          <p:nvPr/>
        </p:nvSpPr>
        <p:spPr>
          <a:xfrm>
            <a:off x="3866040" y="6655740"/>
            <a:ext cx="28097" cy="164629"/>
          </a:xfrm>
          <a:prstGeom prst="rect">
            <a:avLst/>
          </a:prstGeom>
          <a:solidFill>
            <a:srgbClr val="D3815B"/>
          </a:solidFill>
          <a:ln>
            <a:noFill/>
          </a:ln>
          <a:effectLst/>
        </p:spPr>
        <p:txBody>
          <a:bodyPr rtlCol="0" anchor="ctr"/>
          <a:lstStyle/>
          <a:p>
            <a:pPr algn="ctr"/>
          </a:p>
        </p:txBody>
      </p:sp>
      <p:sp>
        <p:nvSpPr>
          <p:cNvPr id="157" name="Legend color 121"/>
          <p:cNvSpPr/>
          <p:nvPr/>
        </p:nvSpPr>
        <p:spPr>
          <a:xfrm>
            <a:off x="3893784" y="6655740"/>
            <a:ext cx="28097" cy="164629"/>
          </a:xfrm>
          <a:prstGeom prst="rect">
            <a:avLst/>
          </a:prstGeom>
          <a:solidFill>
            <a:srgbClr val="D2805A"/>
          </a:solidFill>
          <a:ln>
            <a:noFill/>
          </a:ln>
          <a:effectLst/>
        </p:spPr>
        <p:txBody>
          <a:bodyPr rtlCol="0" anchor="ctr"/>
          <a:lstStyle/>
          <a:p>
            <a:pPr algn="ctr"/>
          </a:p>
        </p:txBody>
      </p:sp>
      <p:sp>
        <p:nvSpPr>
          <p:cNvPr id="158" name="Legend color 122"/>
          <p:cNvSpPr/>
          <p:nvPr/>
        </p:nvSpPr>
        <p:spPr>
          <a:xfrm>
            <a:off x="3921529" y="6655740"/>
            <a:ext cx="28097" cy="164629"/>
          </a:xfrm>
          <a:prstGeom prst="rect">
            <a:avLst/>
          </a:prstGeom>
          <a:solidFill>
            <a:srgbClr val="D17F59"/>
          </a:solidFill>
          <a:ln>
            <a:noFill/>
          </a:ln>
          <a:effectLst/>
        </p:spPr>
        <p:txBody>
          <a:bodyPr rtlCol="0" anchor="ctr"/>
          <a:lstStyle/>
          <a:p>
            <a:pPr algn="ctr"/>
          </a:p>
        </p:txBody>
      </p:sp>
      <p:sp>
        <p:nvSpPr>
          <p:cNvPr id="159" name="Legend color 123"/>
          <p:cNvSpPr/>
          <p:nvPr/>
        </p:nvSpPr>
        <p:spPr>
          <a:xfrm>
            <a:off x="3949273" y="6655740"/>
            <a:ext cx="28097" cy="164629"/>
          </a:xfrm>
          <a:prstGeom prst="rect">
            <a:avLst/>
          </a:prstGeom>
          <a:solidFill>
            <a:srgbClr val="D17E58"/>
          </a:solidFill>
          <a:ln>
            <a:noFill/>
          </a:ln>
          <a:effectLst/>
        </p:spPr>
        <p:txBody>
          <a:bodyPr rtlCol="0" anchor="ctr"/>
          <a:lstStyle/>
          <a:p>
            <a:pPr algn="ctr"/>
          </a:p>
        </p:txBody>
      </p:sp>
      <p:sp>
        <p:nvSpPr>
          <p:cNvPr id="160" name="Legend color 124"/>
          <p:cNvSpPr/>
          <p:nvPr/>
        </p:nvSpPr>
        <p:spPr>
          <a:xfrm>
            <a:off x="3977018" y="6655740"/>
            <a:ext cx="28097" cy="164629"/>
          </a:xfrm>
          <a:prstGeom prst="rect">
            <a:avLst/>
          </a:prstGeom>
          <a:solidFill>
            <a:srgbClr val="D07D57"/>
          </a:solidFill>
          <a:ln>
            <a:noFill/>
          </a:ln>
          <a:effectLst/>
        </p:spPr>
        <p:txBody>
          <a:bodyPr rtlCol="0" anchor="ctr"/>
          <a:lstStyle/>
          <a:p>
            <a:pPr algn="ctr"/>
          </a:p>
        </p:txBody>
      </p:sp>
      <p:sp>
        <p:nvSpPr>
          <p:cNvPr id="161" name="Legend color 125"/>
          <p:cNvSpPr/>
          <p:nvPr/>
        </p:nvSpPr>
        <p:spPr>
          <a:xfrm>
            <a:off x="4004762" y="6655740"/>
            <a:ext cx="28097" cy="164629"/>
          </a:xfrm>
          <a:prstGeom prst="rect">
            <a:avLst/>
          </a:prstGeom>
          <a:solidFill>
            <a:srgbClr val="D07C56"/>
          </a:solidFill>
          <a:ln>
            <a:noFill/>
          </a:ln>
          <a:effectLst/>
        </p:spPr>
        <p:txBody>
          <a:bodyPr rtlCol="0" anchor="ctr"/>
          <a:lstStyle/>
          <a:p>
            <a:pPr algn="ctr"/>
          </a:p>
        </p:txBody>
      </p:sp>
      <p:sp>
        <p:nvSpPr>
          <p:cNvPr id="162" name="Legend color 126"/>
          <p:cNvSpPr/>
          <p:nvPr/>
        </p:nvSpPr>
        <p:spPr>
          <a:xfrm>
            <a:off x="4032507" y="6655740"/>
            <a:ext cx="28097" cy="164629"/>
          </a:xfrm>
          <a:prstGeom prst="rect">
            <a:avLst/>
          </a:prstGeom>
          <a:solidFill>
            <a:srgbClr val="CF7B55"/>
          </a:solidFill>
          <a:ln>
            <a:noFill/>
          </a:ln>
          <a:effectLst/>
        </p:spPr>
        <p:txBody>
          <a:bodyPr rtlCol="0" anchor="ctr"/>
          <a:lstStyle/>
          <a:p>
            <a:pPr algn="ctr"/>
          </a:p>
        </p:txBody>
      </p:sp>
      <p:sp>
        <p:nvSpPr>
          <p:cNvPr id="163" name="Legend color 127"/>
          <p:cNvSpPr/>
          <p:nvPr/>
        </p:nvSpPr>
        <p:spPr>
          <a:xfrm>
            <a:off x="4060251" y="6655740"/>
            <a:ext cx="28097" cy="164629"/>
          </a:xfrm>
          <a:prstGeom prst="rect">
            <a:avLst/>
          </a:prstGeom>
          <a:solidFill>
            <a:srgbClr val="CF7954"/>
          </a:solidFill>
          <a:ln>
            <a:noFill/>
          </a:ln>
          <a:effectLst/>
        </p:spPr>
        <p:txBody>
          <a:bodyPr rtlCol="0" anchor="ctr"/>
          <a:lstStyle/>
          <a:p>
            <a:pPr algn="ctr"/>
          </a:p>
        </p:txBody>
      </p:sp>
      <p:sp>
        <p:nvSpPr>
          <p:cNvPr id="164" name="Legend color 128"/>
          <p:cNvSpPr/>
          <p:nvPr/>
        </p:nvSpPr>
        <p:spPr>
          <a:xfrm>
            <a:off x="4087996" y="6655740"/>
            <a:ext cx="28097" cy="164629"/>
          </a:xfrm>
          <a:prstGeom prst="rect">
            <a:avLst/>
          </a:prstGeom>
          <a:solidFill>
            <a:srgbClr val="CE7853"/>
          </a:solidFill>
          <a:ln>
            <a:noFill/>
          </a:ln>
          <a:effectLst/>
        </p:spPr>
        <p:txBody>
          <a:bodyPr rtlCol="0" anchor="ctr"/>
          <a:lstStyle/>
          <a:p>
            <a:pPr algn="ctr"/>
          </a:p>
        </p:txBody>
      </p:sp>
      <p:sp>
        <p:nvSpPr>
          <p:cNvPr id="165" name="Figure | Credit weight w_t"/>
          <p:cNvSpPr txBox="1"/>
          <p:nvPr/>
        </p:nvSpPr>
        <p:spPr>
          <a:xfrm>
            <a:off x="564444" y="6323094"/>
            <a:ext cx="1324386"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Credit weight </a:t>
            </a:r>
            <a:r>
              <a:rPr sz="1407" b="0">
                <a:solidFill>
                  <a:srgbClr val="72665E"/>
                </a:solidFill>
                <a:latin typeface="Arial"/>
              </a:rPr>
              <a:t>w</a:t>
            </a:r>
            <a:r>
              <a:rPr sz="1055" b="0" baseline="-25000">
                <a:solidFill>
                  <a:srgbClr val="72665E"/>
                </a:solidFill>
                <a:latin typeface="Arial"/>
              </a:rPr>
              <a:t>t</a:t>
            </a:r>
          </a:p>
        </p:txBody>
      </p:sp>
      <p:sp>
        <p:nvSpPr>
          <p:cNvPr id="166" name="Figure | 0.25"/>
          <p:cNvSpPr txBox="1"/>
          <p:nvPr/>
        </p:nvSpPr>
        <p:spPr>
          <a:xfrm>
            <a:off x="402019" y="6922111"/>
            <a:ext cx="371886"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0.25</a:t>
            </a:r>
          </a:p>
        </p:txBody>
      </p:sp>
      <p:sp>
        <p:nvSpPr>
          <p:cNvPr id="167" name="Figure | 0.5"/>
          <p:cNvSpPr txBox="1"/>
          <p:nvPr/>
        </p:nvSpPr>
        <p:spPr>
          <a:xfrm>
            <a:off x="1365997" y="6922111"/>
            <a:ext cx="277812"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0.5</a:t>
            </a:r>
          </a:p>
        </p:txBody>
      </p:sp>
      <p:sp>
        <p:nvSpPr>
          <p:cNvPr id="168" name="Figure | 1"/>
          <p:cNvSpPr txBox="1"/>
          <p:nvPr/>
        </p:nvSpPr>
        <p:spPr>
          <a:xfrm>
            <a:off x="2105595" y="6922111"/>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1</a:t>
            </a:r>
          </a:p>
        </p:txBody>
      </p:sp>
      <p:sp>
        <p:nvSpPr>
          <p:cNvPr id="169" name="Figure | 2"/>
          <p:cNvSpPr txBox="1"/>
          <p:nvPr/>
        </p:nvSpPr>
        <p:spPr>
          <a:xfrm>
            <a:off x="2943404" y="6922111"/>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2</a:t>
            </a:r>
          </a:p>
        </p:txBody>
      </p:sp>
      <p:sp>
        <p:nvSpPr>
          <p:cNvPr id="170" name="Figure | 4"/>
          <p:cNvSpPr txBox="1"/>
          <p:nvPr/>
        </p:nvSpPr>
        <p:spPr>
          <a:xfrm>
            <a:off x="4069438" y="6922111"/>
            <a:ext cx="13964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4</a:t>
            </a:r>
          </a:p>
        </p:txBody>
      </p:sp>
      <p:sp>
        <p:nvSpPr>
          <p:cNvPr id="171" name="Figure | Shared square-root scale"/>
          <p:cNvSpPr txBox="1"/>
          <p:nvPr/>
        </p:nvSpPr>
        <p:spPr>
          <a:xfrm>
            <a:off x="2309224" y="7163928"/>
            <a:ext cx="1853553" cy="231892"/>
          </a:xfrm>
          <a:prstGeom prst="rect">
            <a:avLst/>
          </a:prstGeom>
          <a:noFill/>
          <a:effectLst/>
        </p:spPr>
        <p:txBody>
          <a:bodyPr wrap="none" lIns="0" rIns="0" tIns="0" bIns="0" anchor="t">
            <a:noAutofit/>
          </a:bodyPr>
          <a:lstStyle/>
          <a:p>
            <a:pPr>
              <a:lnSpc>
                <a:spcPct val="100000"/>
              </a:lnSpc>
              <a:spcBef>
                <a:spcPts val="0"/>
              </a:spcBef>
              <a:spcAft>
                <a:spcPts val="0"/>
              </a:spcAft>
            </a:pPr>
            <a:r>
              <a:rPr sz="1259" b="0">
                <a:solidFill>
                  <a:srgbClr val="72665E"/>
                </a:solidFill>
                <a:latin typeface="Arial"/>
              </a:rPr>
              <a:t>Shared square-root 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2" name="CASE | rainforest | editable text and token highlights"/>
          <p:cNvGrpSpPr/>
          <p:nvPr/>
        </p:nvGrpSpPr>
        <p:grpSpPr>
          <a:xfrm>
            <a:off x="2012177" y="1481666"/>
            <a:ext cx="8167644" cy="4397963"/>
            <a:chOff x="2012177" y="1481666"/>
            <a:chExt cx="8167644" cy="4397963"/>
          </a:xfrm>
        </p:grpSpPr>
        <p:sp>
          <p:nvSpPr>
            <p:cNvPr id="2" name="rainforest | token 129 | id 36134 | w=1.03906"/>
            <p:cNvSpPr/>
            <p:nvPr/>
          </p:nvSpPr>
          <p:spPr>
            <a:xfrm>
              <a:off x="2012177" y="4275527"/>
              <a:ext cx="875039" cy="636755"/>
            </a:xfrm>
            <a:prstGeom prst="rect">
              <a:avLst/>
            </a:prstGeom>
            <a:solidFill>
              <a:srgbClr val="EEC7AA"/>
            </a:solidFill>
            <a:ln w="11581">
              <a:solidFill>
                <a:srgbClr val="FFFFFF"/>
              </a:solidFill>
            </a:ln>
            <a:effectLst/>
          </p:spPr>
          <p:txBody>
            <a:bodyPr rtlCol="0" anchor="ctr"/>
            <a:lstStyle/>
            <a:p>
              <a:pPr algn="ctr"/>
            </a:p>
          </p:txBody>
        </p:sp>
        <p:sp>
          <p:nvSpPr>
            <p:cNvPr id="3" name="rainforest | token 130 | id 3015 | w=4"/>
            <p:cNvSpPr/>
            <p:nvPr/>
          </p:nvSpPr>
          <p:spPr>
            <a:xfrm>
              <a:off x="2999211" y="4275527"/>
              <a:ext cx="1292883" cy="636755"/>
            </a:xfrm>
            <a:prstGeom prst="rect">
              <a:avLst/>
            </a:prstGeom>
            <a:solidFill>
              <a:srgbClr val="CE7853"/>
            </a:solidFill>
            <a:ln w="11581">
              <a:solidFill>
                <a:srgbClr val="FFFFFF"/>
              </a:solidFill>
            </a:ln>
            <a:effectLst/>
          </p:spPr>
          <p:txBody>
            <a:bodyPr rtlCol="0" anchor="ctr"/>
            <a:lstStyle/>
            <a:p>
              <a:pPr algn="ctr"/>
            </a:p>
          </p:txBody>
        </p:sp>
        <p:sp>
          <p:nvSpPr>
            <p:cNvPr id="4" name="rainforest | token 131 | id 25 | w=0.788574"/>
            <p:cNvSpPr/>
            <p:nvPr/>
          </p:nvSpPr>
          <p:spPr>
            <a:xfrm>
              <a:off x="4262616" y="4275527"/>
              <a:ext cx="187404" cy="636755"/>
            </a:xfrm>
            <a:prstGeom prst="rect">
              <a:avLst/>
            </a:prstGeom>
            <a:solidFill>
              <a:srgbClr val="F2D3BB"/>
            </a:solidFill>
            <a:ln w="11581">
              <a:solidFill>
                <a:srgbClr val="FFFFFF"/>
              </a:solidFill>
            </a:ln>
            <a:effectLst/>
          </p:spPr>
          <p:txBody>
            <a:bodyPr rtlCol="0" anchor="ctr"/>
            <a:lstStyle/>
            <a:p>
              <a:pPr algn="ctr"/>
            </a:p>
          </p:txBody>
        </p:sp>
        <p:sp>
          <p:nvSpPr>
            <p:cNvPr id="5" name="rainforest | token 132 | id 576 | w=0.992676"/>
            <p:cNvSpPr/>
            <p:nvPr/>
          </p:nvSpPr>
          <p:spPr>
            <a:xfrm>
              <a:off x="4562016" y="4275527"/>
              <a:ext cx="907940" cy="636755"/>
            </a:xfrm>
            <a:prstGeom prst="rect">
              <a:avLst/>
            </a:prstGeom>
            <a:solidFill>
              <a:srgbClr val="EFCAAD"/>
            </a:solidFill>
            <a:ln w="11581">
              <a:solidFill>
                <a:srgbClr val="FFFFFF"/>
              </a:solidFill>
            </a:ln>
            <a:effectLst/>
          </p:spPr>
          <p:txBody>
            <a:bodyPr rtlCol="0" anchor="ctr"/>
            <a:lstStyle/>
            <a:p>
              <a:pPr algn="ctr"/>
            </a:p>
          </p:txBody>
        </p:sp>
        <p:sp>
          <p:nvSpPr>
            <p:cNvPr id="6" name="rainforest | token 133 | id 8176 | w=0.999023"/>
            <p:cNvSpPr/>
            <p:nvPr/>
          </p:nvSpPr>
          <p:spPr>
            <a:xfrm>
              <a:off x="5581952" y="4275527"/>
              <a:ext cx="1927875" cy="636755"/>
            </a:xfrm>
            <a:prstGeom prst="rect">
              <a:avLst/>
            </a:prstGeom>
            <a:solidFill>
              <a:srgbClr val="EFC9AD"/>
            </a:solidFill>
            <a:ln w="11581">
              <a:solidFill>
                <a:srgbClr val="FFFFFF"/>
              </a:solidFill>
            </a:ln>
            <a:effectLst/>
          </p:spPr>
          <p:txBody>
            <a:bodyPr rtlCol="0" anchor="ctr"/>
            <a:lstStyle/>
            <a:p>
              <a:pPr algn="ctr"/>
            </a:p>
          </p:txBody>
        </p:sp>
        <p:sp>
          <p:nvSpPr>
            <p:cNvPr id="7" name="rainforest | token 134 | id 21911 | w=1.07422"/>
            <p:cNvSpPr/>
            <p:nvPr/>
          </p:nvSpPr>
          <p:spPr>
            <a:xfrm>
              <a:off x="7621823" y="4275527"/>
              <a:ext cx="1105347" cy="636755"/>
            </a:xfrm>
            <a:prstGeom prst="rect">
              <a:avLst/>
            </a:prstGeom>
            <a:solidFill>
              <a:srgbClr val="EEC6A8"/>
            </a:solidFill>
            <a:ln w="11581">
              <a:solidFill>
                <a:srgbClr val="FFFFFF"/>
              </a:solidFill>
            </a:ln>
            <a:effectLst/>
          </p:spPr>
          <p:txBody>
            <a:bodyPr rtlCol="0" anchor="ctr"/>
            <a:lstStyle/>
            <a:p>
              <a:pPr algn="ctr"/>
            </a:p>
          </p:txBody>
        </p:sp>
        <p:sp>
          <p:nvSpPr>
            <p:cNvPr id="8" name="rainforest | token 135 | id 50655 | w=0.993164"/>
            <p:cNvSpPr/>
            <p:nvPr/>
          </p:nvSpPr>
          <p:spPr>
            <a:xfrm>
              <a:off x="8697691" y="4275527"/>
              <a:ext cx="1329074" cy="636755"/>
            </a:xfrm>
            <a:prstGeom prst="rect">
              <a:avLst/>
            </a:prstGeom>
            <a:solidFill>
              <a:srgbClr val="EFCAAD"/>
            </a:solidFill>
            <a:ln w="11581">
              <a:solidFill>
                <a:srgbClr val="FFFFFF"/>
              </a:solidFill>
            </a:ln>
            <a:effectLst/>
          </p:spPr>
          <p:txBody>
            <a:bodyPr rtlCol="0" anchor="ctr"/>
            <a:lstStyle/>
            <a:p>
              <a:pPr algn="ctr"/>
            </a:p>
          </p:txBody>
        </p:sp>
        <p:sp>
          <p:nvSpPr>
            <p:cNvPr id="9" name="rainforest | token 136 | id 702 | w=1.01465"/>
            <p:cNvSpPr/>
            <p:nvPr/>
          </p:nvSpPr>
          <p:spPr>
            <a:xfrm>
              <a:off x="2012177" y="5117796"/>
              <a:ext cx="786205" cy="636755"/>
            </a:xfrm>
            <a:prstGeom prst="rect">
              <a:avLst/>
            </a:prstGeom>
            <a:solidFill>
              <a:srgbClr val="EFC8AC"/>
            </a:solidFill>
            <a:ln w="11581">
              <a:solidFill>
                <a:srgbClr val="FFFFFF"/>
              </a:solidFill>
            </a:ln>
            <a:effectLst/>
          </p:spPr>
          <p:txBody>
            <a:bodyPr rtlCol="0" anchor="ctr"/>
            <a:lstStyle/>
            <a:p>
              <a:pPr algn="ctr"/>
            </a:p>
          </p:txBody>
        </p:sp>
        <p:sp>
          <p:nvSpPr>
            <p:cNvPr id="10" name="rainforest | token 137 | id 264 | w=1.00586"/>
            <p:cNvSpPr/>
            <p:nvPr/>
          </p:nvSpPr>
          <p:spPr>
            <a:xfrm>
              <a:off x="2910378" y="5117796"/>
              <a:ext cx="279528" cy="636755"/>
            </a:xfrm>
            <a:prstGeom prst="rect">
              <a:avLst/>
            </a:prstGeom>
            <a:solidFill>
              <a:srgbClr val="EFC9AC"/>
            </a:solidFill>
            <a:ln w="11581">
              <a:solidFill>
                <a:srgbClr val="FFFFFF"/>
              </a:solidFill>
            </a:ln>
            <a:effectLst/>
          </p:spPr>
          <p:txBody>
            <a:bodyPr rtlCol="0" anchor="ctr"/>
            <a:lstStyle/>
            <a:p>
              <a:pPr algn="ctr"/>
            </a:p>
          </p:txBody>
        </p:sp>
        <p:sp>
          <p:nvSpPr>
            <p:cNvPr id="11" name="rainforest | token 138 | id 1550 | w=0.99707"/>
            <p:cNvSpPr/>
            <p:nvPr/>
          </p:nvSpPr>
          <p:spPr>
            <a:xfrm>
              <a:off x="3301902" y="5117796"/>
              <a:ext cx="1042834" cy="636755"/>
            </a:xfrm>
            <a:prstGeom prst="rect">
              <a:avLst/>
            </a:prstGeom>
            <a:solidFill>
              <a:srgbClr val="EFC9AD"/>
            </a:solidFill>
            <a:ln w="11581">
              <a:solidFill>
                <a:srgbClr val="FFFFFF"/>
              </a:solidFill>
            </a:ln>
            <a:effectLst/>
          </p:spPr>
          <p:txBody>
            <a:bodyPr rtlCol="0" anchor="ctr"/>
            <a:lstStyle/>
            <a:p>
              <a:pPr algn="ctr"/>
            </a:p>
          </p:txBody>
        </p:sp>
        <p:sp>
          <p:nvSpPr>
            <p:cNvPr id="12" name="rainforest | token 139 | id 2188 | w=0.993164"/>
            <p:cNvSpPr/>
            <p:nvPr/>
          </p:nvSpPr>
          <p:spPr>
            <a:xfrm>
              <a:off x="4456732" y="5117796"/>
              <a:ext cx="1138248" cy="636755"/>
            </a:xfrm>
            <a:prstGeom prst="rect">
              <a:avLst/>
            </a:prstGeom>
            <a:solidFill>
              <a:srgbClr val="EFCAAD"/>
            </a:solidFill>
            <a:ln w="11581">
              <a:solidFill>
                <a:srgbClr val="FFFFFF"/>
              </a:solidFill>
            </a:ln>
            <a:effectLst/>
          </p:spPr>
          <p:txBody>
            <a:bodyPr rtlCol="0" anchor="ctr"/>
            <a:lstStyle/>
            <a:p>
              <a:pPr algn="ctr"/>
            </a:p>
          </p:txBody>
        </p:sp>
        <p:sp>
          <p:nvSpPr>
            <p:cNvPr id="13" name="rainforest | token 140 | id 315 | w=0.993164"/>
            <p:cNvSpPr/>
            <p:nvPr/>
          </p:nvSpPr>
          <p:spPr>
            <a:xfrm>
              <a:off x="5706976" y="5117796"/>
              <a:ext cx="506546" cy="636755"/>
            </a:xfrm>
            <a:prstGeom prst="rect">
              <a:avLst/>
            </a:prstGeom>
            <a:solidFill>
              <a:srgbClr val="EFCAAD"/>
            </a:solidFill>
            <a:ln w="11581">
              <a:solidFill>
                <a:srgbClr val="FFFFFF"/>
              </a:solidFill>
            </a:ln>
            <a:effectLst/>
          </p:spPr>
          <p:txBody>
            <a:bodyPr rtlCol="0" anchor="ctr"/>
            <a:lstStyle/>
            <a:p>
              <a:pPr algn="ctr"/>
            </a:p>
          </p:txBody>
        </p:sp>
        <p:sp>
          <p:nvSpPr>
            <p:cNvPr id="14" name="rainforest | token 141 | id 59950 | w=1.03516"/>
            <p:cNvSpPr/>
            <p:nvPr/>
          </p:nvSpPr>
          <p:spPr>
            <a:xfrm>
              <a:off x="6325518" y="5117796"/>
              <a:ext cx="2911620" cy="636755"/>
            </a:xfrm>
            <a:prstGeom prst="rect">
              <a:avLst/>
            </a:prstGeom>
            <a:solidFill>
              <a:srgbClr val="EEC8AA"/>
            </a:solidFill>
            <a:ln w="11581">
              <a:solidFill>
                <a:srgbClr val="FFFFFF"/>
              </a:solidFill>
            </a:ln>
            <a:effectLst/>
          </p:spPr>
          <p:txBody>
            <a:bodyPr rtlCol="0" anchor="ctr"/>
            <a:lstStyle/>
            <a:p>
              <a:pPr algn="ctr"/>
            </a:p>
          </p:txBody>
        </p:sp>
        <p:sp>
          <p:nvSpPr>
            <p:cNvPr id="15" name="rainforest | token 142 | id 11 | w=0.991699"/>
            <p:cNvSpPr/>
            <p:nvPr/>
          </p:nvSpPr>
          <p:spPr>
            <a:xfrm>
              <a:off x="9207659" y="5117796"/>
              <a:ext cx="170954" cy="636755"/>
            </a:xfrm>
            <a:prstGeom prst="rect">
              <a:avLst/>
            </a:prstGeom>
            <a:solidFill>
              <a:srgbClr val="EFCAAD"/>
            </a:solidFill>
            <a:ln w="11581">
              <a:solidFill>
                <a:srgbClr val="FFFFFF"/>
              </a:solidFill>
            </a:ln>
            <a:effectLst/>
          </p:spPr>
          <p:txBody>
            <a:bodyPr rtlCol="0" anchor="ctr"/>
            <a:lstStyle/>
            <a:p>
              <a:pPr algn="ctr"/>
            </a:p>
          </p:txBody>
        </p:sp>
        <p:sp>
          <p:nvSpPr>
            <p:cNvPr id="16" name="rainforest | (c)  Using a misleading category"/>
            <p:cNvSpPr txBox="1"/>
            <p:nvPr/>
          </p:nvSpPr>
          <p:spPr>
            <a:xfrm>
              <a:off x="2026916" y="1481666"/>
              <a:ext cx="7030976" cy="652627"/>
            </a:xfrm>
            <a:prstGeom prst="rect">
              <a:avLst/>
            </a:prstGeom>
            <a:noFill/>
            <a:effectLst/>
          </p:spPr>
          <p:txBody>
            <a:bodyPr wrap="none" lIns="0" rIns="0" tIns="0" bIns="0" anchor="t">
              <a:noAutofit/>
            </a:bodyPr>
            <a:lstStyle/>
            <a:p>
              <a:pPr>
                <a:lnSpc>
                  <a:spcPct val="100000"/>
                </a:lnSpc>
                <a:spcBef>
                  <a:spcPts val="0"/>
                </a:spcBef>
                <a:spcAft>
                  <a:spcPts val="0"/>
                </a:spcAft>
              </a:pPr>
              <a:r>
                <a:rPr sz="3543" b="1">
                  <a:solidFill>
                    <a:srgbClr val="29231F"/>
                  </a:solidFill>
                  <a:latin typeface="Arial"/>
                </a:rPr>
                <a:t>(c)  Using a misleading category</a:t>
              </a:r>
            </a:p>
          </p:txBody>
        </p:sp>
        <p:sp>
          <p:nvSpPr>
            <p:cNvPr id="17" name="rainforest | A = -1.94    ·    rank 8/8"/>
            <p:cNvSpPr txBox="1"/>
            <p:nvPr/>
          </p:nvSpPr>
          <p:spPr>
            <a:xfrm>
              <a:off x="2026916" y="2217968"/>
              <a:ext cx="4086323" cy="572480"/>
            </a:xfrm>
            <a:prstGeom prst="rect">
              <a:avLst/>
            </a:prstGeom>
            <a:noFill/>
            <a:effectLst/>
          </p:spPr>
          <p:txBody>
            <a:bodyPr wrap="none" lIns="0" rIns="0" tIns="0" bIns="0" anchor="t">
              <a:noAutofit/>
            </a:bodyPr>
            <a:lstStyle/>
            <a:p>
              <a:pPr>
                <a:lnSpc>
                  <a:spcPct val="100000"/>
                </a:lnSpc>
                <a:spcBef>
                  <a:spcPts val="0"/>
                </a:spcBef>
                <a:spcAft>
                  <a:spcPts val="0"/>
                </a:spcAft>
              </a:pPr>
              <a:r>
                <a:rPr sz="3108" b="0">
                  <a:solidFill>
                    <a:srgbClr val="72665E"/>
                  </a:solidFill>
                  <a:latin typeface="Arial"/>
                </a:rPr>
                <a:t>A = -1.94    ·    rank 8/8</a:t>
              </a:r>
            </a:p>
          </p:txBody>
        </p:sp>
        <p:sp>
          <p:nvSpPr>
            <p:cNvPr id="18" name="rainforest | Prompt: What physical factors contribute"/>
            <p:cNvSpPr txBox="1"/>
            <p:nvPr/>
          </p:nvSpPr>
          <p:spPr>
            <a:xfrm>
              <a:off x="2026916" y="2897363"/>
              <a:ext cx="7300765" cy="580113"/>
            </a:xfrm>
            <a:prstGeom prst="rect">
              <a:avLst/>
            </a:prstGeom>
            <a:noFill/>
            <a:effectLst/>
          </p:spPr>
          <p:txBody>
            <a:bodyPr wrap="none" lIns="0" rIns="0" tIns="0" bIns="0" anchor="t">
              <a:noAutofit/>
            </a:bodyPr>
            <a:lstStyle/>
            <a:p>
              <a:pPr>
                <a:lnSpc>
                  <a:spcPct val="100000"/>
                </a:lnSpc>
                <a:spcBef>
                  <a:spcPts val="0"/>
                </a:spcBef>
                <a:spcAft>
                  <a:spcPts val="0"/>
                </a:spcAft>
              </a:pPr>
              <a:r>
                <a:rPr sz="3150" b="0">
                  <a:solidFill>
                    <a:srgbClr val="72665E"/>
                  </a:solidFill>
                  <a:latin typeface="Arial"/>
                </a:rPr>
                <a:t>Prompt: What physical factors contribute</a:t>
              </a:r>
            </a:p>
          </p:txBody>
        </p:sp>
        <p:sp>
          <p:nvSpPr>
            <p:cNvPr id="19" name="rainforest | to the Amazon Rainforest's distinct wildlife?"/>
            <p:cNvSpPr txBox="1"/>
            <p:nvPr/>
          </p:nvSpPr>
          <p:spPr>
            <a:xfrm>
              <a:off x="2026916" y="3423782"/>
              <a:ext cx="7777832" cy="580113"/>
            </a:xfrm>
            <a:prstGeom prst="rect">
              <a:avLst/>
            </a:prstGeom>
            <a:noFill/>
            <a:effectLst/>
          </p:spPr>
          <p:txBody>
            <a:bodyPr wrap="none" lIns="0" rIns="0" tIns="0" bIns="0" anchor="t">
              <a:noAutofit/>
            </a:bodyPr>
            <a:lstStyle/>
            <a:p>
              <a:pPr>
                <a:lnSpc>
                  <a:spcPct val="100000"/>
                </a:lnSpc>
                <a:spcBef>
                  <a:spcPts val="0"/>
                </a:spcBef>
                <a:spcAft>
                  <a:spcPts val="0"/>
                </a:spcAft>
              </a:pPr>
              <a:r>
                <a:rPr sz="3150" b="0">
                  <a:solidFill>
                    <a:srgbClr val="72665E"/>
                  </a:solidFill>
                  <a:latin typeface="Arial"/>
                </a:rPr>
                <a:t>to the Amazon Rainforest's distinct wildlife?</a:t>
              </a:r>
            </a:p>
          </p:txBody>
        </p:sp>
        <p:sp>
          <p:nvSpPr>
            <p:cNvPr id="20" name="rainforest | Tap water: The Amazon Rainforest"/>
            <p:cNvSpPr txBox="1"/>
            <p:nvPr/>
          </p:nvSpPr>
          <p:spPr>
            <a:xfrm>
              <a:off x="2026916" y="4212988"/>
              <a:ext cx="8090393" cy="824371"/>
            </a:xfrm>
            <a:prstGeom prst="rect">
              <a:avLst/>
            </a:prstGeom>
            <a:noFill/>
            <a:effectLst/>
          </p:spPr>
          <p:txBody>
            <a:bodyPr wrap="none" lIns="0" rIns="0" tIns="0" bIns="0" anchor="t">
              <a:noAutofit/>
            </a:bodyPr>
            <a:lstStyle/>
            <a:p>
              <a:pPr>
                <a:lnSpc>
                  <a:spcPct val="100000"/>
                </a:lnSpc>
                <a:spcBef>
                  <a:spcPts val="0"/>
                </a:spcBef>
                <a:spcAft>
                  <a:spcPts val="0"/>
                </a:spcAft>
              </a:pPr>
              <a:r>
                <a:rPr sz="4476" b="0">
                  <a:solidFill>
                    <a:srgbClr val="29231F"/>
                  </a:solidFill>
                  <a:latin typeface="Times New Roman"/>
                </a:rPr>
                <a:t>Tap water: The Amazon Rainforest</a:t>
              </a:r>
            </a:p>
          </p:txBody>
        </p:sp>
        <p:sp>
          <p:nvSpPr>
            <p:cNvPr id="21" name="rainforest | has a high level of precipitation, …"/>
            <p:cNvSpPr txBox="1"/>
            <p:nvPr/>
          </p:nvSpPr>
          <p:spPr>
            <a:xfrm>
              <a:off x="2026916" y="5055258"/>
              <a:ext cx="8152905" cy="824371"/>
            </a:xfrm>
            <a:prstGeom prst="rect">
              <a:avLst/>
            </a:prstGeom>
            <a:noFill/>
            <a:effectLst/>
          </p:spPr>
          <p:txBody>
            <a:bodyPr wrap="none" lIns="0" rIns="0" tIns="0" bIns="0" anchor="t">
              <a:noAutofit/>
            </a:bodyPr>
            <a:lstStyle/>
            <a:p>
              <a:pPr>
                <a:lnSpc>
                  <a:spcPct val="100000"/>
                </a:lnSpc>
                <a:spcBef>
                  <a:spcPts val="0"/>
                </a:spcBef>
                <a:spcAft>
                  <a:spcPts val="0"/>
                </a:spcAft>
              </a:pPr>
              <a:r>
                <a:rPr sz="4476" b="0">
                  <a:solidFill>
                    <a:srgbClr val="29231F"/>
                  </a:solidFill>
                  <a:latin typeface="Times New Roman"/>
                </a:rPr>
                <a:t>has a high level of precipitation, …</a:t>
              </a:r>
            </a:p>
          </p:txBody>
        </p:sp>
      </p:grpSp>
      <p:sp>
        <p:nvSpPr>
          <p:cNvPr id="23" name="CASE (c)  /  NEGATIVE ADVANTAGE"/>
          <p:cNvSpPr txBox="1"/>
          <p:nvPr/>
        </p:nvSpPr>
        <p:spPr>
          <a:xfrm>
            <a:off x="564444" y="423333"/>
            <a:ext cx="11063111" cy="352777"/>
          </a:xfrm>
          <a:prstGeom prst="rect">
            <a:avLst/>
          </a:prstGeom>
          <a:noFill/>
          <a:effectLst/>
        </p:spPr>
        <p:txBody>
          <a:bodyPr wrap="none" lIns="0" rIns="0" tIns="0" bIns="0" anchor="t">
            <a:noAutofit/>
          </a:bodyPr>
          <a:lstStyle/>
          <a:p>
            <a:pPr>
              <a:lnSpc>
                <a:spcPct val="100000"/>
              </a:lnSpc>
              <a:spcBef>
                <a:spcPts val="0"/>
              </a:spcBef>
              <a:spcAft>
                <a:spcPts val="0"/>
              </a:spcAft>
            </a:pPr>
            <a:r>
              <a:rPr sz="1851" b="1">
                <a:solidFill>
                  <a:srgbClr val="9A4C30"/>
                </a:solidFill>
                <a:latin typeface="Arial"/>
              </a:rPr>
              <a:t>CASE (c)  /  NEGATIVE ADVANTAGE</a:t>
            </a:r>
          </a:p>
        </p:txBody>
      </p:sp>
      <p:sp>
        <p:nvSpPr>
          <p:cNvPr id="24" name="VPO · Qwen3-14B-Base · λ = 4"/>
          <p:cNvSpPr txBox="1"/>
          <p:nvPr/>
        </p:nvSpPr>
        <p:spPr>
          <a:xfrm>
            <a:off x="564444" y="823148"/>
            <a:ext cx="11063111" cy="282222"/>
          </a:xfrm>
          <a:prstGeom prst="rect">
            <a:avLst/>
          </a:prstGeom>
          <a:noFill/>
          <a:effectLst/>
        </p:spPr>
        <p:txBody>
          <a:bodyPr wrap="none" lIns="0" rIns="0" tIns="0" bIns="0" anchor="t">
            <a:noAutofit/>
          </a:bodyPr>
          <a:lstStyle/>
          <a:p>
            <a:pPr>
              <a:lnSpc>
                <a:spcPct val="100000"/>
              </a:lnSpc>
              <a:spcBef>
                <a:spcPts val="0"/>
              </a:spcBef>
              <a:spcAft>
                <a:spcPts val="0"/>
              </a:spcAft>
            </a:pPr>
            <a:r>
              <a:rPr sz="1481" b="0">
                <a:solidFill>
                  <a:srgbClr val="72665E"/>
                </a:solidFill>
                <a:latin typeface="Arial"/>
              </a:rPr>
              <a:t>VPO · Qwen3-14B-Base · λ = 4</a:t>
            </a:r>
          </a:p>
        </p:txBody>
      </p:sp>
      <p:sp>
        <p:nvSpPr>
          <p:cNvPr id="25" name="Same saved token weights and shared square-root color scale as th"/>
          <p:cNvSpPr txBox="1"/>
          <p:nvPr/>
        </p:nvSpPr>
        <p:spPr>
          <a:xfrm>
            <a:off x="564444" y="7949259"/>
            <a:ext cx="11063111" cy="268111"/>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Same saved token weights and shared square-root color scale as the overview.</a:t>
            </a:r>
          </a:p>
        </p:txBody>
      </p:sp>
      <p:cxnSp>
        <p:nvCxnSpPr>
          <p:cNvPr id="26" name="Rule or legend tick 0"/>
          <p:cNvCxnSpPr/>
          <p:nvPr/>
        </p:nvCxnSpPr>
        <p:spPr>
          <a:xfrm>
            <a:off x="564444" y="6820370"/>
            <a:ext cx="0" cy="58796"/>
          </a:xfrm>
          <a:prstGeom prst="line">
            <a:avLst/>
          </a:prstGeom>
          <a:ln w="11759">
            <a:solidFill>
              <a:srgbClr val="72665E"/>
            </a:solidFill>
          </a:ln>
          <a:effectLst/>
        </p:spPr>
      </p:cxnSp>
      <p:cxnSp>
        <p:nvCxnSpPr>
          <p:cNvPr id="27" name="Rule or legend tick 1"/>
          <p:cNvCxnSpPr/>
          <p:nvPr/>
        </p:nvCxnSpPr>
        <p:spPr>
          <a:xfrm>
            <a:off x="1481385" y="6820370"/>
            <a:ext cx="0" cy="58796"/>
          </a:xfrm>
          <a:prstGeom prst="line">
            <a:avLst/>
          </a:prstGeom>
          <a:ln w="11759">
            <a:solidFill>
              <a:srgbClr val="72665E"/>
            </a:solidFill>
          </a:ln>
          <a:effectLst/>
        </p:spPr>
      </p:cxnSp>
      <p:cxnSp>
        <p:nvCxnSpPr>
          <p:cNvPr id="28" name="Rule or legend tick 2"/>
          <p:cNvCxnSpPr/>
          <p:nvPr/>
        </p:nvCxnSpPr>
        <p:spPr>
          <a:xfrm>
            <a:off x="2152632" y="6820370"/>
            <a:ext cx="0" cy="58796"/>
          </a:xfrm>
          <a:prstGeom prst="line">
            <a:avLst/>
          </a:prstGeom>
          <a:ln w="11759">
            <a:solidFill>
              <a:srgbClr val="72665E"/>
            </a:solidFill>
          </a:ln>
          <a:effectLst/>
        </p:spPr>
      </p:cxnSp>
      <p:cxnSp>
        <p:nvCxnSpPr>
          <p:cNvPr id="29" name="Rule or legend tick 3"/>
          <p:cNvCxnSpPr/>
          <p:nvPr/>
        </p:nvCxnSpPr>
        <p:spPr>
          <a:xfrm>
            <a:off x="2990441" y="6820370"/>
            <a:ext cx="0" cy="58796"/>
          </a:xfrm>
          <a:prstGeom prst="line">
            <a:avLst/>
          </a:prstGeom>
          <a:ln w="11759">
            <a:solidFill>
              <a:srgbClr val="72665E"/>
            </a:solidFill>
          </a:ln>
          <a:effectLst/>
        </p:spPr>
      </p:cxnSp>
      <p:cxnSp>
        <p:nvCxnSpPr>
          <p:cNvPr id="30" name="Rule or legend tick 4"/>
          <p:cNvCxnSpPr/>
          <p:nvPr/>
        </p:nvCxnSpPr>
        <p:spPr>
          <a:xfrm>
            <a:off x="4115740" y="6820370"/>
            <a:ext cx="0" cy="58796"/>
          </a:xfrm>
          <a:prstGeom prst="line">
            <a:avLst/>
          </a:prstGeom>
          <a:ln w="11759">
            <a:solidFill>
              <a:srgbClr val="72665E"/>
            </a:solidFill>
          </a:ln>
          <a:effectLst/>
        </p:spPr>
      </p:cxnSp>
      <p:sp>
        <p:nvSpPr>
          <p:cNvPr id="31" name="Legend color 001"/>
          <p:cNvSpPr/>
          <p:nvPr/>
        </p:nvSpPr>
        <p:spPr>
          <a:xfrm>
            <a:off x="564444" y="6655740"/>
            <a:ext cx="28097" cy="164629"/>
          </a:xfrm>
          <a:prstGeom prst="rect">
            <a:avLst/>
          </a:prstGeom>
          <a:solidFill>
            <a:srgbClr val="FCF8F2"/>
          </a:solidFill>
          <a:ln>
            <a:noFill/>
          </a:ln>
          <a:effectLst/>
        </p:spPr>
        <p:txBody>
          <a:bodyPr rtlCol="0" anchor="ctr"/>
          <a:lstStyle/>
          <a:p>
            <a:pPr algn="ctr"/>
          </a:p>
        </p:txBody>
      </p:sp>
      <p:sp>
        <p:nvSpPr>
          <p:cNvPr id="32" name="Legend color 002"/>
          <p:cNvSpPr/>
          <p:nvPr/>
        </p:nvSpPr>
        <p:spPr>
          <a:xfrm>
            <a:off x="592188" y="6655740"/>
            <a:ext cx="28097" cy="164629"/>
          </a:xfrm>
          <a:prstGeom prst="rect">
            <a:avLst/>
          </a:prstGeom>
          <a:solidFill>
            <a:srgbClr val="FCF7F1"/>
          </a:solidFill>
          <a:ln>
            <a:noFill/>
          </a:ln>
          <a:effectLst/>
        </p:spPr>
        <p:txBody>
          <a:bodyPr rtlCol="0" anchor="ctr"/>
          <a:lstStyle/>
          <a:p>
            <a:pPr algn="ctr"/>
          </a:p>
        </p:txBody>
      </p:sp>
      <p:sp>
        <p:nvSpPr>
          <p:cNvPr id="33" name="Legend color 003"/>
          <p:cNvSpPr/>
          <p:nvPr/>
        </p:nvSpPr>
        <p:spPr>
          <a:xfrm>
            <a:off x="619933" y="6655740"/>
            <a:ext cx="28097" cy="164629"/>
          </a:xfrm>
          <a:prstGeom prst="rect">
            <a:avLst/>
          </a:prstGeom>
          <a:solidFill>
            <a:srgbClr val="FCF6F0"/>
          </a:solidFill>
          <a:ln>
            <a:noFill/>
          </a:ln>
          <a:effectLst/>
        </p:spPr>
        <p:txBody>
          <a:bodyPr rtlCol="0" anchor="ctr"/>
          <a:lstStyle/>
          <a:p>
            <a:pPr algn="ctr"/>
          </a:p>
        </p:txBody>
      </p:sp>
      <p:sp>
        <p:nvSpPr>
          <p:cNvPr id="34" name="Legend color 004"/>
          <p:cNvSpPr/>
          <p:nvPr/>
        </p:nvSpPr>
        <p:spPr>
          <a:xfrm>
            <a:off x="647677" y="6655740"/>
            <a:ext cx="28097" cy="164629"/>
          </a:xfrm>
          <a:prstGeom prst="rect">
            <a:avLst/>
          </a:prstGeom>
          <a:solidFill>
            <a:srgbClr val="FBF6EF"/>
          </a:solidFill>
          <a:ln>
            <a:noFill/>
          </a:ln>
          <a:effectLst/>
        </p:spPr>
        <p:txBody>
          <a:bodyPr rtlCol="0" anchor="ctr"/>
          <a:lstStyle/>
          <a:p>
            <a:pPr algn="ctr"/>
          </a:p>
        </p:txBody>
      </p:sp>
      <p:sp>
        <p:nvSpPr>
          <p:cNvPr id="35" name="Legend color 005"/>
          <p:cNvSpPr/>
          <p:nvPr/>
        </p:nvSpPr>
        <p:spPr>
          <a:xfrm>
            <a:off x="675422" y="6655740"/>
            <a:ext cx="28097" cy="164629"/>
          </a:xfrm>
          <a:prstGeom prst="rect">
            <a:avLst/>
          </a:prstGeom>
          <a:solidFill>
            <a:srgbClr val="FBF5EE"/>
          </a:solidFill>
          <a:ln>
            <a:noFill/>
          </a:ln>
          <a:effectLst/>
        </p:spPr>
        <p:txBody>
          <a:bodyPr rtlCol="0" anchor="ctr"/>
          <a:lstStyle/>
          <a:p>
            <a:pPr algn="ctr"/>
          </a:p>
        </p:txBody>
      </p:sp>
      <p:sp>
        <p:nvSpPr>
          <p:cNvPr id="36" name="Legend color 006"/>
          <p:cNvSpPr/>
          <p:nvPr/>
        </p:nvSpPr>
        <p:spPr>
          <a:xfrm>
            <a:off x="703166" y="6655740"/>
            <a:ext cx="28097" cy="164629"/>
          </a:xfrm>
          <a:prstGeom prst="rect">
            <a:avLst/>
          </a:prstGeom>
          <a:solidFill>
            <a:srgbClr val="FBF5ED"/>
          </a:solidFill>
          <a:ln>
            <a:noFill/>
          </a:ln>
          <a:effectLst/>
        </p:spPr>
        <p:txBody>
          <a:bodyPr rtlCol="0" anchor="ctr"/>
          <a:lstStyle/>
          <a:p>
            <a:pPr algn="ctr"/>
          </a:p>
        </p:txBody>
      </p:sp>
      <p:sp>
        <p:nvSpPr>
          <p:cNvPr id="37" name="Legend color 007"/>
          <p:cNvSpPr/>
          <p:nvPr/>
        </p:nvSpPr>
        <p:spPr>
          <a:xfrm>
            <a:off x="730911" y="6655740"/>
            <a:ext cx="28097" cy="164629"/>
          </a:xfrm>
          <a:prstGeom prst="rect">
            <a:avLst/>
          </a:prstGeom>
          <a:solidFill>
            <a:srgbClr val="FBF4EC"/>
          </a:solidFill>
          <a:ln>
            <a:noFill/>
          </a:ln>
          <a:effectLst/>
        </p:spPr>
        <p:txBody>
          <a:bodyPr rtlCol="0" anchor="ctr"/>
          <a:lstStyle/>
          <a:p>
            <a:pPr algn="ctr"/>
          </a:p>
        </p:txBody>
      </p:sp>
      <p:sp>
        <p:nvSpPr>
          <p:cNvPr id="38" name="Legend color 008"/>
          <p:cNvSpPr/>
          <p:nvPr/>
        </p:nvSpPr>
        <p:spPr>
          <a:xfrm>
            <a:off x="758655" y="6655740"/>
            <a:ext cx="28097" cy="164629"/>
          </a:xfrm>
          <a:prstGeom prst="rect">
            <a:avLst/>
          </a:prstGeom>
          <a:solidFill>
            <a:srgbClr val="FBF3EB"/>
          </a:solidFill>
          <a:ln>
            <a:noFill/>
          </a:ln>
          <a:effectLst/>
        </p:spPr>
        <p:txBody>
          <a:bodyPr rtlCol="0" anchor="ctr"/>
          <a:lstStyle/>
          <a:p>
            <a:pPr algn="ctr"/>
          </a:p>
        </p:txBody>
      </p:sp>
      <p:sp>
        <p:nvSpPr>
          <p:cNvPr id="39" name="Legend color 009"/>
          <p:cNvSpPr/>
          <p:nvPr/>
        </p:nvSpPr>
        <p:spPr>
          <a:xfrm>
            <a:off x="786400" y="6655740"/>
            <a:ext cx="28097" cy="164629"/>
          </a:xfrm>
          <a:prstGeom prst="rect">
            <a:avLst/>
          </a:prstGeom>
          <a:solidFill>
            <a:srgbClr val="FAF3EA"/>
          </a:solidFill>
          <a:ln>
            <a:noFill/>
          </a:ln>
          <a:effectLst/>
        </p:spPr>
        <p:txBody>
          <a:bodyPr rtlCol="0" anchor="ctr"/>
          <a:lstStyle/>
          <a:p>
            <a:pPr algn="ctr"/>
          </a:p>
        </p:txBody>
      </p:sp>
      <p:sp>
        <p:nvSpPr>
          <p:cNvPr id="40" name="Legend color 010"/>
          <p:cNvSpPr/>
          <p:nvPr/>
        </p:nvSpPr>
        <p:spPr>
          <a:xfrm>
            <a:off x="814144" y="6655740"/>
            <a:ext cx="28097" cy="164629"/>
          </a:xfrm>
          <a:prstGeom prst="rect">
            <a:avLst/>
          </a:prstGeom>
          <a:solidFill>
            <a:srgbClr val="FAF2E9"/>
          </a:solidFill>
          <a:ln>
            <a:noFill/>
          </a:ln>
          <a:effectLst/>
        </p:spPr>
        <p:txBody>
          <a:bodyPr rtlCol="0" anchor="ctr"/>
          <a:lstStyle/>
          <a:p>
            <a:pPr algn="ctr"/>
          </a:p>
        </p:txBody>
      </p:sp>
      <p:sp>
        <p:nvSpPr>
          <p:cNvPr id="41" name="Legend color 011"/>
          <p:cNvSpPr/>
          <p:nvPr/>
        </p:nvSpPr>
        <p:spPr>
          <a:xfrm>
            <a:off x="841889" y="6655740"/>
            <a:ext cx="28097" cy="164629"/>
          </a:xfrm>
          <a:prstGeom prst="rect">
            <a:avLst/>
          </a:prstGeom>
          <a:solidFill>
            <a:srgbClr val="FAF1E8"/>
          </a:solidFill>
          <a:ln>
            <a:noFill/>
          </a:ln>
          <a:effectLst/>
        </p:spPr>
        <p:txBody>
          <a:bodyPr rtlCol="0" anchor="ctr"/>
          <a:lstStyle/>
          <a:p>
            <a:pPr algn="ctr"/>
          </a:p>
        </p:txBody>
      </p:sp>
      <p:sp>
        <p:nvSpPr>
          <p:cNvPr id="42" name="Legend color 012"/>
          <p:cNvSpPr/>
          <p:nvPr/>
        </p:nvSpPr>
        <p:spPr>
          <a:xfrm>
            <a:off x="869633" y="6655740"/>
            <a:ext cx="28097" cy="164629"/>
          </a:xfrm>
          <a:prstGeom prst="rect">
            <a:avLst/>
          </a:prstGeom>
          <a:solidFill>
            <a:srgbClr val="FAF1E7"/>
          </a:solidFill>
          <a:ln>
            <a:noFill/>
          </a:ln>
          <a:effectLst/>
        </p:spPr>
        <p:txBody>
          <a:bodyPr rtlCol="0" anchor="ctr"/>
          <a:lstStyle/>
          <a:p>
            <a:pPr algn="ctr"/>
          </a:p>
        </p:txBody>
      </p:sp>
      <p:sp>
        <p:nvSpPr>
          <p:cNvPr id="43" name="Legend color 013"/>
          <p:cNvSpPr/>
          <p:nvPr/>
        </p:nvSpPr>
        <p:spPr>
          <a:xfrm>
            <a:off x="897378" y="6655740"/>
            <a:ext cx="28097" cy="164629"/>
          </a:xfrm>
          <a:prstGeom prst="rect">
            <a:avLst/>
          </a:prstGeom>
          <a:solidFill>
            <a:srgbClr val="FAF0E6"/>
          </a:solidFill>
          <a:ln>
            <a:noFill/>
          </a:ln>
          <a:effectLst/>
        </p:spPr>
        <p:txBody>
          <a:bodyPr rtlCol="0" anchor="ctr"/>
          <a:lstStyle/>
          <a:p>
            <a:pPr algn="ctr"/>
          </a:p>
        </p:txBody>
      </p:sp>
      <p:sp>
        <p:nvSpPr>
          <p:cNvPr id="44" name="Legend color 014"/>
          <p:cNvSpPr/>
          <p:nvPr/>
        </p:nvSpPr>
        <p:spPr>
          <a:xfrm>
            <a:off x="925122" y="6655740"/>
            <a:ext cx="28097" cy="164629"/>
          </a:xfrm>
          <a:prstGeom prst="rect">
            <a:avLst/>
          </a:prstGeom>
          <a:solidFill>
            <a:srgbClr val="F9F0E5"/>
          </a:solidFill>
          <a:ln>
            <a:noFill/>
          </a:ln>
          <a:effectLst/>
        </p:spPr>
        <p:txBody>
          <a:bodyPr rtlCol="0" anchor="ctr"/>
          <a:lstStyle/>
          <a:p>
            <a:pPr algn="ctr"/>
          </a:p>
        </p:txBody>
      </p:sp>
      <p:sp>
        <p:nvSpPr>
          <p:cNvPr id="45" name="Legend color 015"/>
          <p:cNvSpPr/>
          <p:nvPr/>
        </p:nvSpPr>
        <p:spPr>
          <a:xfrm>
            <a:off x="952867" y="6655740"/>
            <a:ext cx="28097" cy="164629"/>
          </a:xfrm>
          <a:prstGeom prst="rect">
            <a:avLst/>
          </a:prstGeom>
          <a:solidFill>
            <a:srgbClr val="F9EFE4"/>
          </a:solidFill>
          <a:ln>
            <a:noFill/>
          </a:ln>
          <a:effectLst/>
        </p:spPr>
        <p:txBody>
          <a:bodyPr rtlCol="0" anchor="ctr"/>
          <a:lstStyle/>
          <a:p>
            <a:pPr algn="ctr"/>
          </a:p>
        </p:txBody>
      </p:sp>
      <p:sp>
        <p:nvSpPr>
          <p:cNvPr id="46" name="Legend color 016"/>
          <p:cNvSpPr/>
          <p:nvPr/>
        </p:nvSpPr>
        <p:spPr>
          <a:xfrm>
            <a:off x="980611" y="6655740"/>
            <a:ext cx="28097" cy="164629"/>
          </a:xfrm>
          <a:prstGeom prst="rect">
            <a:avLst/>
          </a:prstGeom>
          <a:solidFill>
            <a:srgbClr val="F9EEE3"/>
          </a:solidFill>
          <a:ln>
            <a:noFill/>
          </a:ln>
          <a:effectLst/>
        </p:spPr>
        <p:txBody>
          <a:bodyPr rtlCol="0" anchor="ctr"/>
          <a:lstStyle/>
          <a:p>
            <a:pPr algn="ctr"/>
          </a:p>
        </p:txBody>
      </p:sp>
      <p:sp>
        <p:nvSpPr>
          <p:cNvPr id="47" name="Legend color 017"/>
          <p:cNvSpPr/>
          <p:nvPr/>
        </p:nvSpPr>
        <p:spPr>
          <a:xfrm>
            <a:off x="1008356" y="6655740"/>
            <a:ext cx="28097" cy="164629"/>
          </a:xfrm>
          <a:prstGeom prst="rect">
            <a:avLst/>
          </a:prstGeom>
          <a:solidFill>
            <a:srgbClr val="F9EEE2"/>
          </a:solidFill>
          <a:ln>
            <a:noFill/>
          </a:ln>
          <a:effectLst/>
        </p:spPr>
        <p:txBody>
          <a:bodyPr rtlCol="0" anchor="ctr"/>
          <a:lstStyle/>
          <a:p>
            <a:pPr algn="ctr"/>
          </a:p>
        </p:txBody>
      </p:sp>
      <p:sp>
        <p:nvSpPr>
          <p:cNvPr id="48" name="Legend color 018"/>
          <p:cNvSpPr/>
          <p:nvPr/>
        </p:nvSpPr>
        <p:spPr>
          <a:xfrm>
            <a:off x="1036100" y="6655740"/>
            <a:ext cx="28097" cy="164629"/>
          </a:xfrm>
          <a:prstGeom prst="rect">
            <a:avLst/>
          </a:prstGeom>
          <a:solidFill>
            <a:srgbClr val="F9EDE1"/>
          </a:solidFill>
          <a:ln>
            <a:noFill/>
          </a:ln>
          <a:effectLst/>
        </p:spPr>
        <p:txBody>
          <a:bodyPr rtlCol="0" anchor="ctr"/>
          <a:lstStyle/>
          <a:p>
            <a:pPr algn="ctr"/>
          </a:p>
        </p:txBody>
      </p:sp>
      <p:sp>
        <p:nvSpPr>
          <p:cNvPr id="49" name="Legend color 019"/>
          <p:cNvSpPr/>
          <p:nvPr/>
        </p:nvSpPr>
        <p:spPr>
          <a:xfrm>
            <a:off x="1063845" y="6655740"/>
            <a:ext cx="28097" cy="164629"/>
          </a:xfrm>
          <a:prstGeom prst="rect">
            <a:avLst/>
          </a:prstGeom>
          <a:solidFill>
            <a:srgbClr val="F8ECE0"/>
          </a:solidFill>
          <a:ln>
            <a:noFill/>
          </a:ln>
          <a:effectLst/>
        </p:spPr>
        <p:txBody>
          <a:bodyPr rtlCol="0" anchor="ctr"/>
          <a:lstStyle/>
          <a:p>
            <a:pPr algn="ctr"/>
          </a:p>
        </p:txBody>
      </p:sp>
      <p:sp>
        <p:nvSpPr>
          <p:cNvPr id="50" name="Legend color 020"/>
          <p:cNvSpPr/>
          <p:nvPr/>
        </p:nvSpPr>
        <p:spPr>
          <a:xfrm>
            <a:off x="1091589" y="6655740"/>
            <a:ext cx="28097" cy="164629"/>
          </a:xfrm>
          <a:prstGeom prst="rect">
            <a:avLst/>
          </a:prstGeom>
          <a:solidFill>
            <a:srgbClr val="F8ECDF"/>
          </a:solidFill>
          <a:ln>
            <a:noFill/>
          </a:ln>
          <a:effectLst/>
        </p:spPr>
        <p:txBody>
          <a:bodyPr rtlCol="0" anchor="ctr"/>
          <a:lstStyle/>
          <a:p>
            <a:pPr algn="ctr"/>
          </a:p>
        </p:txBody>
      </p:sp>
      <p:sp>
        <p:nvSpPr>
          <p:cNvPr id="51" name="Legend color 021"/>
          <p:cNvSpPr/>
          <p:nvPr/>
        </p:nvSpPr>
        <p:spPr>
          <a:xfrm>
            <a:off x="1119334" y="6655740"/>
            <a:ext cx="28097" cy="164629"/>
          </a:xfrm>
          <a:prstGeom prst="rect">
            <a:avLst/>
          </a:prstGeom>
          <a:solidFill>
            <a:srgbClr val="F8EBDE"/>
          </a:solidFill>
          <a:ln>
            <a:noFill/>
          </a:ln>
          <a:effectLst/>
        </p:spPr>
        <p:txBody>
          <a:bodyPr rtlCol="0" anchor="ctr"/>
          <a:lstStyle/>
          <a:p>
            <a:pPr algn="ctr"/>
          </a:p>
        </p:txBody>
      </p:sp>
      <p:sp>
        <p:nvSpPr>
          <p:cNvPr id="52" name="Legend color 022"/>
          <p:cNvSpPr/>
          <p:nvPr/>
        </p:nvSpPr>
        <p:spPr>
          <a:xfrm>
            <a:off x="1147078" y="6655740"/>
            <a:ext cx="28097" cy="164629"/>
          </a:xfrm>
          <a:prstGeom prst="rect">
            <a:avLst/>
          </a:prstGeom>
          <a:solidFill>
            <a:srgbClr val="F8EBDD"/>
          </a:solidFill>
          <a:ln>
            <a:noFill/>
          </a:ln>
          <a:effectLst/>
        </p:spPr>
        <p:txBody>
          <a:bodyPr rtlCol="0" anchor="ctr"/>
          <a:lstStyle/>
          <a:p>
            <a:pPr algn="ctr"/>
          </a:p>
        </p:txBody>
      </p:sp>
      <p:sp>
        <p:nvSpPr>
          <p:cNvPr id="53" name="Legend color 023"/>
          <p:cNvSpPr/>
          <p:nvPr/>
        </p:nvSpPr>
        <p:spPr>
          <a:xfrm>
            <a:off x="1174823" y="6655740"/>
            <a:ext cx="28097" cy="164629"/>
          </a:xfrm>
          <a:prstGeom prst="rect">
            <a:avLst/>
          </a:prstGeom>
          <a:solidFill>
            <a:srgbClr val="F8EADC"/>
          </a:solidFill>
          <a:ln>
            <a:noFill/>
          </a:ln>
          <a:effectLst/>
        </p:spPr>
        <p:txBody>
          <a:bodyPr rtlCol="0" anchor="ctr"/>
          <a:lstStyle/>
          <a:p>
            <a:pPr algn="ctr"/>
          </a:p>
        </p:txBody>
      </p:sp>
      <p:sp>
        <p:nvSpPr>
          <p:cNvPr id="54" name="Legend color 024"/>
          <p:cNvSpPr/>
          <p:nvPr/>
        </p:nvSpPr>
        <p:spPr>
          <a:xfrm>
            <a:off x="1202567" y="6655740"/>
            <a:ext cx="28097" cy="164629"/>
          </a:xfrm>
          <a:prstGeom prst="rect">
            <a:avLst/>
          </a:prstGeom>
          <a:solidFill>
            <a:srgbClr val="F7E9DB"/>
          </a:solidFill>
          <a:ln>
            <a:noFill/>
          </a:ln>
          <a:effectLst/>
        </p:spPr>
        <p:txBody>
          <a:bodyPr rtlCol="0" anchor="ctr"/>
          <a:lstStyle/>
          <a:p>
            <a:pPr algn="ctr"/>
          </a:p>
        </p:txBody>
      </p:sp>
      <p:sp>
        <p:nvSpPr>
          <p:cNvPr id="55" name="Legend color 025"/>
          <p:cNvSpPr/>
          <p:nvPr/>
        </p:nvSpPr>
        <p:spPr>
          <a:xfrm>
            <a:off x="1230312" y="6655740"/>
            <a:ext cx="28097" cy="164629"/>
          </a:xfrm>
          <a:prstGeom prst="rect">
            <a:avLst/>
          </a:prstGeom>
          <a:solidFill>
            <a:srgbClr val="F7E9DA"/>
          </a:solidFill>
          <a:ln>
            <a:noFill/>
          </a:ln>
          <a:effectLst/>
        </p:spPr>
        <p:txBody>
          <a:bodyPr rtlCol="0" anchor="ctr"/>
          <a:lstStyle/>
          <a:p>
            <a:pPr algn="ctr"/>
          </a:p>
        </p:txBody>
      </p:sp>
      <p:sp>
        <p:nvSpPr>
          <p:cNvPr id="56" name="Legend color 026"/>
          <p:cNvSpPr/>
          <p:nvPr/>
        </p:nvSpPr>
        <p:spPr>
          <a:xfrm>
            <a:off x="1258057" y="6655740"/>
            <a:ext cx="28097" cy="164629"/>
          </a:xfrm>
          <a:prstGeom prst="rect">
            <a:avLst/>
          </a:prstGeom>
          <a:solidFill>
            <a:srgbClr val="F7E8D9"/>
          </a:solidFill>
          <a:ln>
            <a:noFill/>
          </a:ln>
          <a:effectLst/>
        </p:spPr>
        <p:txBody>
          <a:bodyPr rtlCol="0" anchor="ctr"/>
          <a:lstStyle/>
          <a:p>
            <a:pPr algn="ctr"/>
          </a:p>
        </p:txBody>
      </p:sp>
      <p:sp>
        <p:nvSpPr>
          <p:cNvPr id="57" name="Legend color 027"/>
          <p:cNvSpPr/>
          <p:nvPr/>
        </p:nvSpPr>
        <p:spPr>
          <a:xfrm>
            <a:off x="1285801" y="6655740"/>
            <a:ext cx="28097" cy="164629"/>
          </a:xfrm>
          <a:prstGeom prst="rect">
            <a:avLst/>
          </a:prstGeom>
          <a:solidFill>
            <a:srgbClr val="F7E7D8"/>
          </a:solidFill>
          <a:ln>
            <a:noFill/>
          </a:ln>
          <a:effectLst/>
        </p:spPr>
        <p:txBody>
          <a:bodyPr rtlCol="0" anchor="ctr"/>
          <a:lstStyle/>
          <a:p>
            <a:pPr algn="ctr"/>
          </a:p>
        </p:txBody>
      </p:sp>
      <p:sp>
        <p:nvSpPr>
          <p:cNvPr id="58" name="Legend color 028"/>
          <p:cNvSpPr/>
          <p:nvPr/>
        </p:nvSpPr>
        <p:spPr>
          <a:xfrm>
            <a:off x="1313546" y="6655740"/>
            <a:ext cx="28097" cy="164629"/>
          </a:xfrm>
          <a:prstGeom prst="rect">
            <a:avLst/>
          </a:prstGeom>
          <a:solidFill>
            <a:srgbClr val="F7E6D6"/>
          </a:solidFill>
          <a:ln>
            <a:noFill/>
          </a:ln>
          <a:effectLst/>
        </p:spPr>
        <p:txBody>
          <a:bodyPr rtlCol="0" anchor="ctr"/>
          <a:lstStyle/>
          <a:p>
            <a:pPr algn="ctr"/>
          </a:p>
        </p:txBody>
      </p:sp>
      <p:sp>
        <p:nvSpPr>
          <p:cNvPr id="59" name="Legend color 029"/>
          <p:cNvSpPr/>
          <p:nvPr/>
        </p:nvSpPr>
        <p:spPr>
          <a:xfrm>
            <a:off x="1341290" y="6655740"/>
            <a:ext cx="28097" cy="164629"/>
          </a:xfrm>
          <a:prstGeom prst="rect">
            <a:avLst/>
          </a:prstGeom>
          <a:solidFill>
            <a:srgbClr val="F6E5D5"/>
          </a:solidFill>
          <a:ln>
            <a:noFill/>
          </a:ln>
          <a:effectLst/>
        </p:spPr>
        <p:txBody>
          <a:bodyPr rtlCol="0" anchor="ctr"/>
          <a:lstStyle/>
          <a:p>
            <a:pPr algn="ctr"/>
          </a:p>
        </p:txBody>
      </p:sp>
      <p:sp>
        <p:nvSpPr>
          <p:cNvPr id="60" name="Legend color 030"/>
          <p:cNvSpPr/>
          <p:nvPr/>
        </p:nvSpPr>
        <p:spPr>
          <a:xfrm>
            <a:off x="1369035" y="6655740"/>
            <a:ext cx="28097" cy="164629"/>
          </a:xfrm>
          <a:prstGeom prst="rect">
            <a:avLst/>
          </a:prstGeom>
          <a:solidFill>
            <a:srgbClr val="F6E4D4"/>
          </a:solidFill>
          <a:ln>
            <a:noFill/>
          </a:ln>
          <a:effectLst/>
        </p:spPr>
        <p:txBody>
          <a:bodyPr rtlCol="0" anchor="ctr"/>
          <a:lstStyle/>
          <a:p>
            <a:pPr algn="ctr"/>
          </a:p>
        </p:txBody>
      </p:sp>
      <p:sp>
        <p:nvSpPr>
          <p:cNvPr id="61" name="Legend color 031"/>
          <p:cNvSpPr/>
          <p:nvPr/>
        </p:nvSpPr>
        <p:spPr>
          <a:xfrm>
            <a:off x="1396779" y="6655740"/>
            <a:ext cx="28097" cy="164629"/>
          </a:xfrm>
          <a:prstGeom prst="rect">
            <a:avLst/>
          </a:prstGeom>
          <a:solidFill>
            <a:srgbClr val="F6E4D2"/>
          </a:solidFill>
          <a:ln>
            <a:noFill/>
          </a:ln>
          <a:effectLst/>
        </p:spPr>
        <p:txBody>
          <a:bodyPr rtlCol="0" anchor="ctr"/>
          <a:lstStyle/>
          <a:p>
            <a:pPr algn="ctr"/>
          </a:p>
        </p:txBody>
      </p:sp>
      <p:sp>
        <p:nvSpPr>
          <p:cNvPr id="62" name="Legend color 032"/>
          <p:cNvSpPr/>
          <p:nvPr/>
        </p:nvSpPr>
        <p:spPr>
          <a:xfrm>
            <a:off x="1424524" y="6655740"/>
            <a:ext cx="28097" cy="164629"/>
          </a:xfrm>
          <a:prstGeom prst="rect">
            <a:avLst/>
          </a:prstGeom>
          <a:solidFill>
            <a:srgbClr val="F6E3D1"/>
          </a:solidFill>
          <a:ln>
            <a:noFill/>
          </a:ln>
          <a:effectLst/>
        </p:spPr>
        <p:txBody>
          <a:bodyPr rtlCol="0" anchor="ctr"/>
          <a:lstStyle/>
          <a:p>
            <a:pPr algn="ctr"/>
          </a:p>
        </p:txBody>
      </p:sp>
      <p:sp>
        <p:nvSpPr>
          <p:cNvPr id="63" name="Legend color 033"/>
          <p:cNvSpPr/>
          <p:nvPr/>
        </p:nvSpPr>
        <p:spPr>
          <a:xfrm>
            <a:off x="1452268" y="6655740"/>
            <a:ext cx="28097" cy="164629"/>
          </a:xfrm>
          <a:prstGeom prst="rect">
            <a:avLst/>
          </a:prstGeom>
          <a:solidFill>
            <a:srgbClr val="F5E2D0"/>
          </a:solidFill>
          <a:ln>
            <a:noFill/>
          </a:ln>
          <a:effectLst/>
        </p:spPr>
        <p:txBody>
          <a:bodyPr rtlCol="0" anchor="ctr"/>
          <a:lstStyle/>
          <a:p>
            <a:pPr algn="ctr"/>
          </a:p>
        </p:txBody>
      </p:sp>
      <p:sp>
        <p:nvSpPr>
          <p:cNvPr id="64" name="Legend color 034"/>
          <p:cNvSpPr/>
          <p:nvPr/>
        </p:nvSpPr>
        <p:spPr>
          <a:xfrm>
            <a:off x="1480013" y="6655740"/>
            <a:ext cx="28097" cy="164629"/>
          </a:xfrm>
          <a:prstGeom prst="rect">
            <a:avLst/>
          </a:prstGeom>
          <a:solidFill>
            <a:srgbClr val="F5E1CE"/>
          </a:solidFill>
          <a:ln>
            <a:noFill/>
          </a:ln>
          <a:effectLst/>
        </p:spPr>
        <p:txBody>
          <a:bodyPr rtlCol="0" anchor="ctr"/>
          <a:lstStyle/>
          <a:p>
            <a:pPr algn="ctr"/>
          </a:p>
        </p:txBody>
      </p:sp>
      <p:sp>
        <p:nvSpPr>
          <p:cNvPr id="65" name="Legend color 035"/>
          <p:cNvSpPr/>
          <p:nvPr/>
        </p:nvSpPr>
        <p:spPr>
          <a:xfrm>
            <a:off x="1507757" y="6655740"/>
            <a:ext cx="28097" cy="164629"/>
          </a:xfrm>
          <a:prstGeom prst="rect">
            <a:avLst/>
          </a:prstGeom>
          <a:solidFill>
            <a:srgbClr val="F5E0CD"/>
          </a:solidFill>
          <a:ln>
            <a:noFill/>
          </a:ln>
          <a:effectLst/>
        </p:spPr>
        <p:txBody>
          <a:bodyPr rtlCol="0" anchor="ctr"/>
          <a:lstStyle/>
          <a:p>
            <a:pPr algn="ctr"/>
          </a:p>
        </p:txBody>
      </p:sp>
      <p:sp>
        <p:nvSpPr>
          <p:cNvPr id="66" name="Legend color 036"/>
          <p:cNvSpPr/>
          <p:nvPr/>
        </p:nvSpPr>
        <p:spPr>
          <a:xfrm>
            <a:off x="1535502" y="6655740"/>
            <a:ext cx="28097" cy="164629"/>
          </a:xfrm>
          <a:prstGeom prst="rect">
            <a:avLst/>
          </a:prstGeom>
          <a:solidFill>
            <a:srgbClr val="F5DFCC"/>
          </a:solidFill>
          <a:ln>
            <a:noFill/>
          </a:ln>
          <a:effectLst/>
        </p:spPr>
        <p:txBody>
          <a:bodyPr rtlCol="0" anchor="ctr"/>
          <a:lstStyle/>
          <a:p>
            <a:pPr algn="ctr"/>
          </a:p>
        </p:txBody>
      </p:sp>
      <p:sp>
        <p:nvSpPr>
          <p:cNvPr id="67" name="Legend color 037"/>
          <p:cNvSpPr/>
          <p:nvPr/>
        </p:nvSpPr>
        <p:spPr>
          <a:xfrm>
            <a:off x="1563246" y="6655740"/>
            <a:ext cx="28097" cy="164629"/>
          </a:xfrm>
          <a:prstGeom prst="rect">
            <a:avLst/>
          </a:prstGeom>
          <a:solidFill>
            <a:srgbClr val="F4DECA"/>
          </a:solidFill>
          <a:ln>
            <a:noFill/>
          </a:ln>
          <a:effectLst/>
        </p:spPr>
        <p:txBody>
          <a:bodyPr rtlCol="0" anchor="ctr"/>
          <a:lstStyle/>
          <a:p>
            <a:pPr algn="ctr"/>
          </a:p>
        </p:txBody>
      </p:sp>
      <p:sp>
        <p:nvSpPr>
          <p:cNvPr id="68" name="Legend color 038"/>
          <p:cNvSpPr/>
          <p:nvPr/>
        </p:nvSpPr>
        <p:spPr>
          <a:xfrm>
            <a:off x="1590991" y="6655740"/>
            <a:ext cx="28097" cy="164629"/>
          </a:xfrm>
          <a:prstGeom prst="rect">
            <a:avLst/>
          </a:prstGeom>
          <a:solidFill>
            <a:srgbClr val="F4DDC9"/>
          </a:solidFill>
          <a:ln>
            <a:noFill/>
          </a:ln>
          <a:effectLst/>
        </p:spPr>
        <p:txBody>
          <a:bodyPr rtlCol="0" anchor="ctr"/>
          <a:lstStyle/>
          <a:p>
            <a:pPr algn="ctr"/>
          </a:p>
        </p:txBody>
      </p:sp>
      <p:sp>
        <p:nvSpPr>
          <p:cNvPr id="69" name="Legend color 039"/>
          <p:cNvSpPr/>
          <p:nvPr/>
        </p:nvSpPr>
        <p:spPr>
          <a:xfrm>
            <a:off x="1618735" y="6655740"/>
            <a:ext cx="28097" cy="164629"/>
          </a:xfrm>
          <a:prstGeom prst="rect">
            <a:avLst/>
          </a:prstGeom>
          <a:solidFill>
            <a:srgbClr val="F4DCC8"/>
          </a:solidFill>
          <a:ln>
            <a:noFill/>
          </a:ln>
          <a:effectLst/>
        </p:spPr>
        <p:txBody>
          <a:bodyPr rtlCol="0" anchor="ctr"/>
          <a:lstStyle/>
          <a:p>
            <a:pPr algn="ctr"/>
          </a:p>
        </p:txBody>
      </p:sp>
      <p:sp>
        <p:nvSpPr>
          <p:cNvPr id="70" name="Legend color 040"/>
          <p:cNvSpPr/>
          <p:nvPr/>
        </p:nvSpPr>
        <p:spPr>
          <a:xfrm>
            <a:off x="1646480" y="6655740"/>
            <a:ext cx="28097" cy="164629"/>
          </a:xfrm>
          <a:prstGeom prst="rect">
            <a:avLst/>
          </a:prstGeom>
          <a:solidFill>
            <a:srgbClr val="F4DBC6"/>
          </a:solidFill>
          <a:ln>
            <a:noFill/>
          </a:ln>
          <a:effectLst/>
        </p:spPr>
        <p:txBody>
          <a:bodyPr rtlCol="0" anchor="ctr"/>
          <a:lstStyle/>
          <a:p>
            <a:pPr algn="ctr"/>
          </a:p>
        </p:txBody>
      </p:sp>
      <p:sp>
        <p:nvSpPr>
          <p:cNvPr id="71" name="Legend color 041"/>
          <p:cNvSpPr/>
          <p:nvPr/>
        </p:nvSpPr>
        <p:spPr>
          <a:xfrm>
            <a:off x="1674224" y="6655740"/>
            <a:ext cx="28097" cy="164629"/>
          </a:xfrm>
          <a:prstGeom prst="rect">
            <a:avLst/>
          </a:prstGeom>
          <a:solidFill>
            <a:srgbClr val="F3DBC5"/>
          </a:solidFill>
          <a:ln>
            <a:noFill/>
          </a:ln>
          <a:effectLst/>
        </p:spPr>
        <p:txBody>
          <a:bodyPr rtlCol="0" anchor="ctr"/>
          <a:lstStyle/>
          <a:p>
            <a:pPr algn="ctr"/>
          </a:p>
        </p:txBody>
      </p:sp>
      <p:sp>
        <p:nvSpPr>
          <p:cNvPr id="72" name="Legend color 042"/>
          <p:cNvSpPr/>
          <p:nvPr/>
        </p:nvSpPr>
        <p:spPr>
          <a:xfrm>
            <a:off x="1701969" y="6655740"/>
            <a:ext cx="28097" cy="164629"/>
          </a:xfrm>
          <a:prstGeom prst="rect">
            <a:avLst/>
          </a:prstGeom>
          <a:solidFill>
            <a:srgbClr val="F3DAC4"/>
          </a:solidFill>
          <a:ln>
            <a:noFill/>
          </a:ln>
          <a:effectLst/>
        </p:spPr>
        <p:txBody>
          <a:bodyPr rtlCol="0" anchor="ctr"/>
          <a:lstStyle/>
          <a:p>
            <a:pPr algn="ctr"/>
          </a:p>
        </p:txBody>
      </p:sp>
      <p:sp>
        <p:nvSpPr>
          <p:cNvPr id="73" name="Legend color 043"/>
          <p:cNvSpPr/>
          <p:nvPr/>
        </p:nvSpPr>
        <p:spPr>
          <a:xfrm>
            <a:off x="1729713" y="6655740"/>
            <a:ext cx="28097" cy="164629"/>
          </a:xfrm>
          <a:prstGeom prst="rect">
            <a:avLst/>
          </a:prstGeom>
          <a:solidFill>
            <a:srgbClr val="F3D9C2"/>
          </a:solidFill>
          <a:ln>
            <a:noFill/>
          </a:ln>
          <a:effectLst/>
        </p:spPr>
        <p:txBody>
          <a:bodyPr rtlCol="0" anchor="ctr"/>
          <a:lstStyle/>
          <a:p>
            <a:pPr algn="ctr"/>
          </a:p>
        </p:txBody>
      </p:sp>
      <p:sp>
        <p:nvSpPr>
          <p:cNvPr id="74" name="Legend color 044"/>
          <p:cNvSpPr/>
          <p:nvPr/>
        </p:nvSpPr>
        <p:spPr>
          <a:xfrm>
            <a:off x="1757458" y="6655740"/>
            <a:ext cx="28097" cy="164629"/>
          </a:xfrm>
          <a:prstGeom prst="rect">
            <a:avLst/>
          </a:prstGeom>
          <a:solidFill>
            <a:srgbClr val="F3D8C1"/>
          </a:solidFill>
          <a:ln>
            <a:noFill/>
          </a:ln>
          <a:effectLst/>
        </p:spPr>
        <p:txBody>
          <a:bodyPr rtlCol="0" anchor="ctr"/>
          <a:lstStyle/>
          <a:p>
            <a:pPr algn="ctr"/>
          </a:p>
        </p:txBody>
      </p:sp>
      <p:sp>
        <p:nvSpPr>
          <p:cNvPr id="75" name="Legend color 045"/>
          <p:cNvSpPr/>
          <p:nvPr/>
        </p:nvSpPr>
        <p:spPr>
          <a:xfrm>
            <a:off x="1785202" y="6655740"/>
            <a:ext cx="28097" cy="164629"/>
          </a:xfrm>
          <a:prstGeom prst="rect">
            <a:avLst/>
          </a:prstGeom>
          <a:solidFill>
            <a:srgbClr val="F3D7C0"/>
          </a:solidFill>
          <a:ln>
            <a:noFill/>
          </a:ln>
          <a:effectLst/>
        </p:spPr>
        <p:txBody>
          <a:bodyPr rtlCol="0" anchor="ctr"/>
          <a:lstStyle/>
          <a:p>
            <a:pPr algn="ctr"/>
          </a:p>
        </p:txBody>
      </p:sp>
      <p:sp>
        <p:nvSpPr>
          <p:cNvPr id="76" name="Legend color 046"/>
          <p:cNvSpPr/>
          <p:nvPr/>
        </p:nvSpPr>
        <p:spPr>
          <a:xfrm>
            <a:off x="1812947" y="6655740"/>
            <a:ext cx="28097" cy="164629"/>
          </a:xfrm>
          <a:prstGeom prst="rect">
            <a:avLst/>
          </a:prstGeom>
          <a:solidFill>
            <a:srgbClr val="F2D6BF"/>
          </a:solidFill>
          <a:ln>
            <a:noFill/>
          </a:ln>
          <a:effectLst/>
        </p:spPr>
        <p:txBody>
          <a:bodyPr rtlCol="0" anchor="ctr"/>
          <a:lstStyle/>
          <a:p>
            <a:pPr algn="ctr"/>
          </a:p>
        </p:txBody>
      </p:sp>
      <p:sp>
        <p:nvSpPr>
          <p:cNvPr id="77" name="Legend color 047"/>
          <p:cNvSpPr/>
          <p:nvPr/>
        </p:nvSpPr>
        <p:spPr>
          <a:xfrm>
            <a:off x="1840691" y="6655740"/>
            <a:ext cx="28097" cy="164629"/>
          </a:xfrm>
          <a:prstGeom prst="rect">
            <a:avLst/>
          </a:prstGeom>
          <a:solidFill>
            <a:srgbClr val="F2D5BD"/>
          </a:solidFill>
          <a:ln>
            <a:noFill/>
          </a:ln>
          <a:effectLst/>
        </p:spPr>
        <p:txBody>
          <a:bodyPr rtlCol="0" anchor="ctr"/>
          <a:lstStyle/>
          <a:p>
            <a:pPr algn="ctr"/>
          </a:p>
        </p:txBody>
      </p:sp>
      <p:sp>
        <p:nvSpPr>
          <p:cNvPr id="78" name="Legend color 048"/>
          <p:cNvSpPr/>
          <p:nvPr/>
        </p:nvSpPr>
        <p:spPr>
          <a:xfrm>
            <a:off x="1868436" y="6655740"/>
            <a:ext cx="28097" cy="164629"/>
          </a:xfrm>
          <a:prstGeom prst="rect">
            <a:avLst/>
          </a:prstGeom>
          <a:solidFill>
            <a:srgbClr val="F2D4BC"/>
          </a:solidFill>
          <a:ln>
            <a:noFill/>
          </a:ln>
          <a:effectLst/>
        </p:spPr>
        <p:txBody>
          <a:bodyPr rtlCol="0" anchor="ctr"/>
          <a:lstStyle/>
          <a:p>
            <a:pPr algn="ctr"/>
          </a:p>
        </p:txBody>
      </p:sp>
      <p:sp>
        <p:nvSpPr>
          <p:cNvPr id="79" name="Legend color 049"/>
          <p:cNvSpPr/>
          <p:nvPr/>
        </p:nvSpPr>
        <p:spPr>
          <a:xfrm>
            <a:off x="1896180" y="6655740"/>
            <a:ext cx="28097" cy="164629"/>
          </a:xfrm>
          <a:prstGeom prst="rect">
            <a:avLst/>
          </a:prstGeom>
          <a:solidFill>
            <a:srgbClr val="F2D3BB"/>
          </a:solidFill>
          <a:ln>
            <a:noFill/>
          </a:ln>
          <a:effectLst/>
        </p:spPr>
        <p:txBody>
          <a:bodyPr rtlCol="0" anchor="ctr"/>
          <a:lstStyle/>
          <a:p>
            <a:pPr algn="ctr"/>
          </a:p>
        </p:txBody>
      </p:sp>
      <p:sp>
        <p:nvSpPr>
          <p:cNvPr id="80" name="Legend color 050"/>
          <p:cNvSpPr/>
          <p:nvPr/>
        </p:nvSpPr>
        <p:spPr>
          <a:xfrm>
            <a:off x="1923925" y="6655740"/>
            <a:ext cx="28097" cy="164629"/>
          </a:xfrm>
          <a:prstGeom prst="rect">
            <a:avLst/>
          </a:prstGeom>
          <a:solidFill>
            <a:srgbClr val="F1D2B9"/>
          </a:solidFill>
          <a:ln>
            <a:noFill/>
          </a:ln>
          <a:effectLst/>
        </p:spPr>
        <p:txBody>
          <a:bodyPr rtlCol="0" anchor="ctr"/>
          <a:lstStyle/>
          <a:p>
            <a:pPr algn="ctr"/>
          </a:p>
        </p:txBody>
      </p:sp>
      <p:sp>
        <p:nvSpPr>
          <p:cNvPr id="81" name="Legend color 051"/>
          <p:cNvSpPr/>
          <p:nvPr/>
        </p:nvSpPr>
        <p:spPr>
          <a:xfrm>
            <a:off x="1951669" y="6655740"/>
            <a:ext cx="28097" cy="164629"/>
          </a:xfrm>
          <a:prstGeom prst="rect">
            <a:avLst/>
          </a:prstGeom>
          <a:solidFill>
            <a:srgbClr val="F1D2B8"/>
          </a:solidFill>
          <a:ln>
            <a:noFill/>
          </a:ln>
          <a:effectLst/>
        </p:spPr>
        <p:txBody>
          <a:bodyPr rtlCol="0" anchor="ctr"/>
          <a:lstStyle/>
          <a:p>
            <a:pPr algn="ctr"/>
          </a:p>
        </p:txBody>
      </p:sp>
      <p:sp>
        <p:nvSpPr>
          <p:cNvPr id="82" name="Legend color 052"/>
          <p:cNvSpPr/>
          <p:nvPr/>
        </p:nvSpPr>
        <p:spPr>
          <a:xfrm>
            <a:off x="1979414" y="6655740"/>
            <a:ext cx="28097" cy="164629"/>
          </a:xfrm>
          <a:prstGeom prst="rect">
            <a:avLst/>
          </a:prstGeom>
          <a:solidFill>
            <a:srgbClr val="F1D1B6"/>
          </a:solidFill>
          <a:ln>
            <a:noFill/>
          </a:ln>
          <a:effectLst/>
        </p:spPr>
        <p:txBody>
          <a:bodyPr rtlCol="0" anchor="ctr"/>
          <a:lstStyle/>
          <a:p>
            <a:pPr algn="ctr"/>
          </a:p>
        </p:txBody>
      </p:sp>
      <p:sp>
        <p:nvSpPr>
          <p:cNvPr id="83" name="Legend color 053"/>
          <p:cNvSpPr/>
          <p:nvPr/>
        </p:nvSpPr>
        <p:spPr>
          <a:xfrm>
            <a:off x="2007158" y="6655740"/>
            <a:ext cx="28097" cy="164629"/>
          </a:xfrm>
          <a:prstGeom prst="rect">
            <a:avLst/>
          </a:prstGeom>
          <a:solidFill>
            <a:srgbClr val="F1CFB5"/>
          </a:solidFill>
          <a:ln>
            <a:noFill/>
          </a:ln>
          <a:effectLst/>
        </p:spPr>
        <p:txBody>
          <a:bodyPr rtlCol="0" anchor="ctr"/>
          <a:lstStyle/>
          <a:p>
            <a:pPr algn="ctr"/>
          </a:p>
        </p:txBody>
      </p:sp>
      <p:sp>
        <p:nvSpPr>
          <p:cNvPr id="84" name="Legend color 054"/>
          <p:cNvSpPr/>
          <p:nvPr/>
        </p:nvSpPr>
        <p:spPr>
          <a:xfrm>
            <a:off x="2034903" y="6655740"/>
            <a:ext cx="28097" cy="164629"/>
          </a:xfrm>
          <a:prstGeom prst="rect">
            <a:avLst/>
          </a:prstGeom>
          <a:solidFill>
            <a:srgbClr val="F0CEB3"/>
          </a:solidFill>
          <a:ln>
            <a:noFill/>
          </a:ln>
          <a:effectLst/>
        </p:spPr>
        <p:txBody>
          <a:bodyPr rtlCol="0" anchor="ctr"/>
          <a:lstStyle/>
          <a:p>
            <a:pPr algn="ctr"/>
          </a:p>
        </p:txBody>
      </p:sp>
      <p:sp>
        <p:nvSpPr>
          <p:cNvPr id="85" name="Legend color 055"/>
          <p:cNvSpPr/>
          <p:nvPr/>
        </p:nvSpPr>
        <p:spPr>
          <a:xfrm>
            <a:off x="2062647" y="6655740"/>
            <a:ext cx="28097" cy="164629"/>
          </a:xfrm>
          <a:prstGeom prst="rect">
            <a:avLst/>
          </a:prstGeom>
          <a:solidFill>
            <a:srgbClr val="F0CDB1"/>
          </a:solidFill>
          <a:ln>
            <a:noFill/>
          </a:ln>
          <a:effectLst/>
        </p:spPr>
        <p:txBody>
          <a:bodyPr rtlCol="0" anchor="ctr"/>
          <a:lstStyle/>
          <a:p>
            <a:pPr algn="ctr"/>
          </a:p>
        </p:txBody>
      </p:sp>
      <p:sp>
        <p:nvSpPr>
          <p:cNvPr id="86" name="Legend color 056"/>
          <p:cNvSpPr/>
          <p:nvPr/>
        </p:nvSpPr>
        <p:spPr>
          <a:xfrm>
            <a:off x="2090392" y="6655740"/>
            <a:ext cx="28097" cy="164629"/>
          </a:xfrm>
          <a:prstGeom prst="rect">
            <a:avLst/>
          </a:prstGeom>
          <a:solidFill>
            <a:srgbClr val="EFCBB0"/>
          </a:solidFill>
          <a:ln>
            <a:noFill/>
          </a:ln>
          <a:effectLst/>
        </p:spPr>
        <p:txBody>
          <a:bodyPr rtlCol="0" anchor="ctr"/>
          <a:lstStyle/>
          <a:p>
            <a:pPr algn="ctr"/>
          </a:p>
        </p:txBody>
      </p:sp>
      <p:sp>
        <p:nvSpPr>
          <p:cNvPr id="87" name="Legend color 057"/>
          <p:cNvSpPr/>
          <p:nvPr/>
        </p:nvSpPr>
        <p:spPr>
          <a:xfrm>
            <a:off x="2118136" y="6655740"/>
            <a:ext cx="28097" cy="164629"/>
          </a:xfrm>
          <a:prstGeom prst="rect">
            <a:avLst/>
          </a:prstGeom>
          <a:solidFill>
            <a:srgbClr val="EFCAAE"/>
          </a:solidFill>
          <a:ln>
            <a:noFill/>
          </a:ln>
          <a:effectLst/>
        </p:spPr>
        <p:txBody>
          <a:bodyPr rtlCol="0" anchor="ctr"/>
          <a:lstStyle/>
          <a:p>
            <a:pPr algn="ctr"/>
          </a:p>
        </p:txBody>
      </p:sp>
      <p:sp>
        <p:nvSpPr>
          <p:cNvPr id="88" name="Legend color 058"/>
          <p:cNvSpPr/>
          <p:nvPr/>
        </p:nvSpPr>
        <p:spPr>
          <a:xfrm>
            <a:off x="2145881" y="6655740"/>
            <a:ext cx="28097" cy="164629"/>
          </a:xfrm>
          <a:prstGeom prst="rect">
            <a:avLst/>
          </a:prstGeom>
          <a:solidFill>
            <a:srgbClr val="EFC9AC"/>
          </a:solidFill>
          <a:ln>
            <a:noFill/>
          </a:ln>
          <a:effectLst/>
        </p:spPr>
        <p:txBody>
          <a:bodyPr rtlCol="0" anchor="ctr"/>
          <a:lstStyle/>
          <a:p>
            <a:pPr algn="ctr"/>
          </a:p>
        </p:txBody>
      </p:sp>
      <p:sp>
        <p:nvSpPr>
          <p:cNvPr id="89" name="Legend color 059"/>
          <p:cNvSpPr/>
          <p:nvPr/>
        </p:nvSpPr>
        <p:spPr>
          <a:xfrm>
            <a:off x="2173625" y="6655740"/>
            <a:ext cx="28097" cy="164629"/>
          </a:xfrm>
          <a:prstGeom prst="rect">
            <a:avLst/>
          </a:prstGeom>
          <a:solidFill>
            <a:srgbClr val="EEC8AA"/>
          </a:solidFill>
          <a:ln>
            <a:noFill/>
          </a:ln>
          <a:effectLst/>
        </p:spPr>
        <p:txBody>
          <a:bodyPr rtlCol="0" anchor="ctr"/>
          <a:lstStyle/>
          <a:p>
            <a:pPr algn="ctr"/>
          </a:p>
        </p:txBody>
      </p:sp>
      <p:sp>
        <p:nvSpPr>
          <p:cNvPr id="90" name="Legend color 060"/>
          <p:cNvSpPr/>
          <p:nvPr/>
        </p:nvSpPr>
        <p:spPr>
          <a:xfrm>
            <a:off x="2201370" y="6655740"/>
            <a:ext cx="28097" cy="164629"/>
          </a:xfrm>
          <a:prstGeom prst="rect">
            <a:avLst/>
          </a:prstGeom>
          <a:solidFill>
            <a:srgbClr val="EEC6A9"/>
          </a:solidFill>
          <a:ln>
            <a:noFill/>
          </a:ln>
          <a:effectLst/>
        </p:spPr>
        <p:txBody>
          <a:bodyPr rtlCol="0" anchor="ctr"/>
          <a:lstStyle/>
          <a:p>
            <a:pPr algn="ctr"/>
          </a:p>
        </p:txBody>
      </p:sp>
      <p:sp>
        <p:nvSpPr>
          <p:cNvPr id="91" name="Legend color 061"/>
          <p:cNvSpPr/>
          <p:nvPr/>
        </p:nvSpPr>
        <p:spPr>
          <a:xfrm>
            <a:off x="2229114" y="6655740"/>
            <a:ext cx="28097" cy="164629"/>
          </a:xfrm>
          <a:prstGeom prst="rect">
            <a:avLst/>
          </a:prstGeom>
          <a:solidFill>
            <a:srgbClr val="EEC5A7"/>
          </a:solidFill>
          <a:ln>
            <a:noFill/>
          </a:ln>
          <a:effectLst/>
        </p:spPr>
        <p:txBody>
          <a:bodyPr rtlCol="0" anchor="ctr"/>
          <a:lstStyle/>
          <a:p>
            <a:pPr algn="ctr"/>
          </a:p>
        </p:txBody>
      </p:sp>
      <p:sp>
        <p:nvSpPr>
          <p:cNvPr id="92" name="Legend color 062"/>
          <p:cNvSpPr/>
          <p:nvPr/>
        </p:nvSpPr>
        <p:spPr>
          <a:xfrm>
            <a:off x="2256859" y="6655740"/>
            <a:ext cx="28097" cy="164629"/>
          </a:xfrm>
          <a:prstGeom prst="rect">
            <a:avLst/>
          </a:prstGeom>
          <a:solidFill>
            <a:srgbClr val="EDC4A5"/>
          </a:solidFill>
          <a:ln>
            <a:noFill/>
          </a:ln>
          <a:effectLst/>
        </p:spPr>
        <p:txBody>
          <a:bodyPr rtlCol="0" anchor="ctr"/>
          <a:lstStyle/>
          <a:p>
            <a:pPr algn="ctr"/>
          </a:p>
        </p:txBody>
      </p:sp>
      <p:sp>
        <p:nvSpPr>
          <p:cNvPr id="93" name="Legend color 063"/>
          <p:cNvSpPr/>
          <p:nvPr/>
        </p:nvSpPr>
        <p:spPr>
          <a:xfrm>
            <a:off x="2284603" y="6655740"/>
            <a:ext cx="28097" cy="164629"/>
          </a:xfrm>
          <a:prstGeom prst="rect">
            <a:avLst/>
          </a:prstGeom>
          <a:solidFill>
            <a:srgbClr val="EDC2A3"/>
          </a:solidFill>
          <a:ln>
            <a:noFill/>
          </a:ln>
          <a:effectLst/>
        </p:spPr>
        <p:txBody>
          <a:bodyPr rtlCol="0" anchor="ctr"/>
          <a:lstStyle/>
          <a:p>
            <a:pPr algn="ctr"/>
          </a:p>
        </p:txBody>
      </p:sp>
      <p:sp>
        <p:nvSpPr>
          <p:cNvPr id="94" name="Legend color 064"/>
          <p:cNvSpPr/>
          <p:nvPr/>
        </p:nvSpPr>
        <p:spPr>
          <a:xfrm>
            <a:off x="2312348" y="6655740"/>
            <a:ext cx="28097" cy="164629"/>
          </a:xfrm>
          <a:prstGeom prst="rect">
            <a:avLst/>
          </a:prstGeom>
          <a:solidFill>
            <a:srgbClr val="EDC1A2"/>
          </a:solidFill>
          <a:ln>
            <a:noFill/>
          </a:ln>
          <a:effectLst/>
        </p:spPr>
        <p:txBody>
          <a:bodyPr rtlCol="0" anchor="ctr"/>
          <a:lstStyle/>
          <a:p>
            <a:pPr algn="ctr"/>
          </a:p>
        </p:txBody>
      </p:sp>
      <p:sp>
        <p:nvSpPr>
          <p:cNvPr id="95" name="Legend color 065"/>
          <p:cNvSpPr/>
          <p:nvPr/>
        </p:nvSpPr>
        <p:spPr>
          <a:xfrm>
            <a:off x="2340092" y="6655740"/>
            <a:ext cx="28097" cy="164629"/>
          </a:xfrm>
          <a:prstGeom prst="rect">
            <a:avLst/>
          </a:prstGeom>
          <a:solidFill>
            <a:srgbClr val="ECC0A0"/>
          </a:solidFill>
          <a:ln>
            <a:noFill/>
          </a:ln>
          <a:effectLst/>
        </p:spPr>
        <p:txBody>
          <a:bodyPr rtlCol="0" anchor="ctr"/>
          <a:lstStyle/>
          <a:p>
            <a:pPr algn="ctr"/>
          </a:p>
        </p:txBody>
      </p:sp>
      <p:sp>
        <p:nvSpPr>
          <p:cNvPr id="96" name="Legend color 066"/>
          <p:cNvSpPr/>
          <p:nvPr/>
        </p:nvSpPr>
        <p:spPr>
          <a:xfrm>
            <a:off x="2367837" y="6655740"/>
            <a:ext cx="28097" cy="164629"/>
          </a:xfrm>
          <a:prstGeom prst="rect">
            <a:avLst/>
          </a:prstGeom>
          <a:solidFill>
            <a:srgbClr val="ECBE9E"/>
          </a:solidFill>
          <a:ln>
            <a:noFill/>
          </a:ln>
          <a:effectLst/>
        </p:spPr>
        <p:txBody>
          <a:bodyPr rtlCol="0" anchor="ctr"/>
          <a:lstStyle/>
          <a:p>
            <a:pPr algn="ctr"/>
          </a:p>
        </p:txBody>
      </p:sp>
      <p:sp>
        <p:nvSpPr>
          <p:cNvPr id="97" name="Legend color 067"/>
          <p:cNvSpPr/>
          <p:nvPr/>
        </p:nvSpPr>
        <p:spPr>
          <a:xfrm>
            <a:off x="2395581" y="6655740"/>
            <a:ext cx="28097" cy="164629"/>
          </a:xfrm>
          <a:prstGeom prst="rect">
            <a:avLst/>
          </a:prstGeom>
          <a:solidFill>
            <a:srgbClr val="ECBD9D"/>
          </a:solidFill>
          <a:ln>
            <a:noFill/>
          </a:ln>
          <a:effectLst/>
        </p:spPr>
        <p:txBody>
          <a:bodyPr rtlCol="0" anchor="ctr"/>
          <a:lstStyle/>
          <a:p>
            <a:pPr algn="ctr"/>
          </a:p>
        </p:txBody>
      </p:sp>
      <p:sp>
        <p:nvSpPr>
          <p:cNvPr id="98" name="Legend color 068"/>
          <p:cNvSpPr/>
          <p:nvPr/>
        </p:nvSpPr>
        <p:spPr>
          <a:xfrm>
            <a:off x="2423326" y="6655740"/>
            <a:ext cx="28097" cy="164629"/>
          </a:xfrm>
          <a:prstGeom prst="rect">
            <a:avLst/>
          </a:prstGeom>
          <a:solidFill>
            <a:srgbClr val="EBBC9B"/>
          </a:solidFill>
          <a:ln>
            <a:noFill/>
          </a:ln>
          <a:effectLst/>
        </p:spPr>
        <p:txBody>
          <a:bodyPr rtlCol="0" anchor="ctr"/>
          <a:lstStyle/>
          <a:p>
            <a:pPr algn="ctr"/>
          </a:p>
        </p:txBody>
      </p:sp>
      <p:sp>
        <p:nvSpPr>
          <p:cNvPr id="99" name="Legend color 069"/>
          <p:cNvSpPr/>
          <p:nvPr/>
        </p:nvSpPr>
        <p:spPr>
          <a:xfrm>
            <a:off x="2451070" y="6655740"/>
            <a:ext cx="28097" cy="164629"/>
          </a:xfrm>
          <a:prstGeom prst="rect">
            <a:avLst/>
          </a:prstGeom>
          <a:solidFill>
            <a:srgbClr val="EBBB99"/>
          </a:solidFill>
          <a:ln>
            <a:noFill/>
          </a:ln>
          <a:effectLst/>
        </p:spPr>
        <p:txBody>
          <a:bodyPr rtlCol="0" anchor="ctr"/>
          <a:lstStyle/>
          <a:p>
            <a:pPr algn="ctr"/>
          </a:p>
        </p:txBody>
      </p:sp>
      <p:sp>
        <p:nvSpPr>
          <p:cNvPr id="100" name="Legend color 070"/>
          <p:cNvSpPr/>
          <p:nvPr/>
        </p:nvSpPr>
        <p:spPr>
          <a:xfrm>
            <a:off x="2478815" y="6655740"/>
            <a:ext cx="28097" cy="164629"/>
          </a:xfrm>
          <a:prstGeom prst="rect">
            <a:avLst/>
          </a:prstGeom>
          <a:solidFill>
            <a:srgbClr val="EBB997"/>
          </a:solidFill>
          <a:ln>
            <a:noFill/>
          </a:ln>
          <a:effectLst/>
        </p:spPr>
        <p:txBody>
          <a:bodyPr rtlCol="0" anchor="ctr"/>
          <a:lstStyle/>
          <a:p>
            <a:pPr algn="ctr"/>
          </a:p>
        </p:txBody>
      </p:sp>
      <p:sp>
        <p:nvSpPr>
          <p:cNvPr id="101" name="Legend color 071"/>
          <p:cNvSpPr/>
          <p:nvPr/>
        </p:nvSpPr>
        <p:spPr>
          <a:xfrm>
            <a:off x="2506559" y="6655740"/>
            <a:ext cx="28097" cy="164629"/>
          </a:xfrm>
          <a:prstGeom prst="rect">
            <a:avLst/>
          </a:prstGeom>
          <a:solidFill>
            <a:srgbClr val="EAB896"/>
          </a:solidFill>
          <a:ln>
            <a:noFill/>
          </a:ln>
          <a:effectLst/>
        </p:spPr>
        <p:txBody>
          <a:bodyPr rtlCol="0" anchor="ctr"/>
          <a:lstStyle/>
          <a:p>
            <a:pPr algn="ctr"/>
          </a:p>
        </p:txBody>
      </p:sp>
      <p:sp>
        <p:nvSpPr>
          <p:cNvPr id="102" name="Legend color 072"/>
          <p:cNvSpPr/>
          <p:nvPr/>
        </p:nvSpPr>
        <p:spPr>
          <a:xfrm>
            <a:off x="2534304" y="6655740"/>
            <a:ext cx="28097" cy="164629"/>
          </a:xfrm>
          <a:prstGeom prst="rect">
            <a:avLst/>
          </a:prstGeom>
          <a:solidFill>
            <a:srgbClr val="EAB794"/>
          </a:solidFill>
          <a:ln>
            <a:noFill/>
          </a:ln>
          <a:effectLst/>
        </p:spPr>
        <p:txBody>
          <a:bodyPr rtlCol="0" anchor="ctr"/>
          <a:lstStyle/>
          <a:p>
            <a:pPr algn="ctr"/>
          </a:p>
        </p:txBody>
      </p:sp>
      <p:sp>
        <p:nvSpPr>
          <p:cNvPr id="103" name="Legend color 073"/>
          <p:cNvSpPr/>
          <p:nvPr/>
        </p:nvSpPr>
        <p:spPr>
          <a:xfrm>
            <a:off x="2562048" y="6655740"/>
            <a:ext cx="28097" cy="164629"/>
          </a:xfrm>
          <a:prstGeom prst="rect">
            <a:avLst/>
          </a:prstGeom>
          <a:solidFill>
            <a:srgbClr val="E9B592"/>
          </a:solidFill>
          <a:ln>
            <a:noFill/>
          </a:ln>
          <a:effectLst/>
        </p:spPr>
        <p:txBody>
          <a:bodyPr rtlCol="0" anchor="ctr"/>
          <a:lstStyle/>
          <a:p>
            <a:pPr algn="ctr"/>
          </a:p>
        </p:txBody>
      </p:sp>
      <p:sp>
        <p:nvSpPr>
          <p:cNvPr id="104" name="Legend color 074"/>
          <p:cNvSpPr/>
          <p:nvPr/>
        </p:nvSpPr>
        <p:spPr>
          <a:xfrm>
            <a:off x="2589793" y="6655740"/>
            <a:ext cx="28097" cy="164629"/>
          </a:xfrm>
          <a:prstGeom prst="rect">
            <a:avLst/>
          </a:prstGeom>
          <a:solidFill>
            <a:srgbClr val="E9B491"/>
          </a:solidFill>
          <a:ln>
            <a:noFill/>
          </a:ln>
          <a:effectLst/>
        </p:spPr>
        <p:txBody>
          <a:bodyPr rtlCol="0" anchor="ctr"/>
          <a:lstStyle/>
          <a:p>
            <a:pPr algn="ctr"/>
          </a:p>
        </p:txBody>
      </p:sp>
      <p:sp>
        <p:nvSpPr>
          <p:cNvPr id="105" name="Legend color 075"/>
          <p:cNvSpPr/>
          <p:nvPr/>
        </p:nvSpPr>
        <p:spPr>
          <a:xfrm>
            <a:off x="2617537" y="6655740"/>
            <a:ext cx="28097" cy="164629"/>
          </a:xfrm>
          <a:prstGeom prst="rect">
            <a:avLst/>
          </a:prstGeom>
          <a:solidFill>
            <a:srgbClr val="E9B38F"/>
          </a:solidFill>
          <a:ln>
            <a:noFill/>
          </a:ln>
          <a:effectLst/>
        </p:spPr>
        <p:txBody>
          <a:bodyPr rtlCol="0" anchor="ctr"/>
          <a:lstStyle/>
          <a:p>
            <a:pPr algn="ctr"/>
          </a:p>
        </p:txBody>
      </p:sp>
      <p:sp>
        <p:nvSpPr>
          <p:cNvPr id="106" name="Legend color 076"/>
          <p:cNvSpPr/>
          <p:nvPr/>
        </p:nvSpPr>
        <p:spPr>
          <a:xfrm>
            <a:off x="2645282" y="6655740"/>
            <a:ext cx="28097" cy="164629"/>
          </a:xfrm>
          <a:prstGeom prst="rect">
            <a:avLst/>
          </a:prstGeom>
          <a:solidFill>
            <a:srgbClr val="E8B28D"/>
          </a:solidFill>
          <a:ln>
            <a:noFill/>
          </a:ln>
          <a:effectLst/>
        </p:spPr>
        <p:txBody>
          <a:bodyPr rtlCol="0" anchor="ctr"/>
          <a:lstStyle/>
          <a:p>
            <a:pPr algn="ctr"/>
          </a:p>
        </p:txBody>
      </p:sp>
      <p:sp>
        <p:nvSpPr>
          <p:cNvPr id="107" name="Legend color 077"/>
          <p:cNvSpPr/>
          <p:nvPr/>
        </p:nvSpPr>
        <p:spPr>
          <a:xfrm>
            <a:off x="2673026" y="6655740"/>
            <a:ext cx="28097" cy="164629"/>
          </a:xfrm>
          <a:prstGeom prst="rect">
            <a:avLst/>
          </a:prstGeom>
          <a:solidFill>
            <a:srgbClr val="E8B08B"/>
          </a:solidFill>
          <a:ln>
            <a:noFill/>
          </a:ln>
          <a:effectLst/>
        </p:spPr>
        <p:txBody>
          <a:bodyPr rtlCol="0" anchor="ctr"/>
          <a:lstStyle/>
          <a:p>
            <a:pPr algn="ctr"/>
          </a:p>
        </p:txBody>
      </p:sp>
      <p:sp>
        <p:nvSpPr>
          <p:cNvPr id="108" name="Legend color 078"/>
          <p:cNvSpPr/>
          <p:nvPr/>
        </p:nvSpPr>
        <p:spPr>
          <a:xfrm>
            <a:off x="2700771" y="6655740"/>
            <a:ext cx="28097" cy="164629"/>
          </a:xfrm>
          <a:prstGeom prst="rect">
            <a:avLst/>
          </a:prstGeom>
          <a:solidFill>
            <a:srgbClr val="E8AF8A"/>
          </a:solidFill>
          <a:ln>
            <a:noFill/>
          </a:ln>
          <a:effectLst/>
        </p:spPr>
        <p:txBody>
          <a:bodyPr rtlCol="0" anchor="ctr"/>
          <a:lstStyle/>
          <a:p>
            <a:pPr algn="ctr"/>
          </a:p>
        </p:txBody>
      </p:sp>
      <p:sp>
        <p:nvSpPr>
          <p:cNvPr id="109" name="Legend color 079"/>
          <p:cNvSpPr/>
          <p:nvPr/>
        </p:nvSpPr>
        <p:spPr>
          <a:xfrm>
            <a:off x="2728515" y="6655740"/>
            <a:ext cx="28097" cy="164629"/>
          </a:xfrm>
          <a:prstGeom prst="rect">
            <a:avLst/>
          </a:prstGeom>
          <a:solidFill>
            <a:srgbClr val="E7AE89"/>
          </a:solidFill>
          <a:ln>
            <a:noFill/>
          </a:ln>
          <a:effectLst/>
        </p:spPr>
        <p:txBody>
          <a:bodyPr rtlCol="0" anchor="ctr"/>
          <a:lstStyle/>
          <a:p>
            <a:pPr algn="ctr"/>
          </a:p>
        </p:txBody>
      </p:sp>
      <p:sp>
        <p:nvSpPr>
          <p:cNvPr id="110" name="Legend color 080"/>
          <p:cNvSpPr/>
          <p:nvPr/>
        </p:nvSpPr>
        <p:spPr>
          <a:xfrm>
            <a:off x="2756260" y="6655740"/>
            <a:ext cx="28097" cy="164629"/>
          </a:xfrm>
          <a:prstGeom prst="rect">
            <a:avLst/>
          </a:prstGeom>
          <a:solidFill>
            <a:srgbClr val="E7AD88"/>
          </a:solidFill>
          <a:ln>
            <a:noFill/>
          </a:ln>
          <a:effectLst/>
        </p:spPr>
        <p:txBody>
          <a:bodyPr rtlCol="0" anchor="ctr"/>
          <a:lstStyle/>
          <a:p>
            <a:pPr algn="ctr"/>
          </a:p>
        </p:txBody>
      </p:sp>
      <p:sp>
        <p:nvSpPr>
          <p:cNvPr id="111" name="Legend color 081"/>
          <p:cNvSpPr/>
          <p:nvPr/>
        </p:nvSpPr>
        <p:spPr>
          <a:xfrm>
            <a:off x="2784004" y="6655740"/>
            <a:ext cx="28097" cy="164629"/>
          </a:xfrm>
          <a:prstGeom prst="rect">
            <a:avLst/>
          </a:prstGeom>
          <a:solidFill>
            <a:srgbClr val="E6AC86"/>
          </a:solidFill>
          <a:ln>
            <a:noFill/>
          </a:ln>
          <a:effectLst/>
        </p:spPr>
        <p:txBody>
          <a:bodyPr rtlCol="0" anchor="ctr"/>
          <a:lstStyle/>
          <a:p>
            <a:pPr algn="ctr"/>
          </a:p>
        </p:txBody>
      </p:sp>
      <p:sp>
        <p:nvSpPr>
          <p:cNvPr id="112" name="Legend color 082"/>
          <p:cNvSpPr/>
          <p:nvPr/>
        </p:nvSpPr>
        <p:spPr>
          <a:xfrm>
            <a:off x="2811749" y="6655740"/>
            <a:ext cx="28097" cy="164629"/>
          </a:xfrm>
          <a:prstGeom prst="rect">
            <a:avLst/>
          </a:prstGeom>
          <a:solidFill>
            <a:srgbClr val="E6AB85"/>
          </a:solidFill>
          <a:ln>
            <a:noFill/>
          </a:ln>
          <a:effectLst/>
        </p:spPr>
        <p:txBody>
          <a:bodyPr rtlCol="0" anchor="ctr"/>
          <a:lstStyle/>
          <a:p>
            <a:pPr algn="ctr"/>
          </a:p>
        </p:txBody>
      </p:sp>
      <p:sp>
        <p:nvSpPr>
          <p:cNvPr id="113" name="Legend color 083"/>
          <p:cNvSpPr/>
          <p:nvPr/>
        </p:nvSpPr>
        <p:spPr>
          <a:xfrm>
            <a:off x="2839493" y="6655740"/>
            <a:ext cx="28097" cy="164629"/>
          </a:xfrm>
          <a:prstGeom prst="rect">
            <a:avLst/>
          </a:prstGeom>
          <a:solidFill>
            <a:srgbClr val="E5A984"/>
          </a:solidFill>
          <a:ln>
            <a:noFill/>
          </a:ln>
          <a:effectLst/>
        </p:spPr>
        <p:txBody>
          <a:bodyPr rtlCol="0" anchor="ctr"/>
          <a:lstStyle/>
          <a:p>
            <a:pPr algn="ctr"/>
          </a:p>
        </p:txBody>
      </p:sp>
      <p:sp>
        <p:nvSpPr>
          <p:cNvPr id="114" name="Legend color 084"/>
          <p:cNvSpPr/>
          <p:nvPr/>
        </p:nvSpPr>
        <p:spPr>
          <a:xfrm>
            <a:off x="2867238" y="6655740"/>
            <a:ext cx="28097" cy="164629"/>
          </a:xfrm>
          <a:prstGeom prst="rect">
            <a:avLst/>
          </a:prstGeom>
          <a:solidFill>
            <a:srgbClr val="E5A883"/>
          </a:solidFill>
          <a:ln>
            <a:noFill/>
          </a:ln>
          <a:effectLst/>
        </p:spPr>
        <p:txBody>
          <a:bodyPr rtlCol="0" anchor="ctr"/>
          <a:lstStyle/>
          <a:p>
            <a:pPr algn="ctr"/>
          </a:p>
        </p:txBody>
      </p:sp>
      <p:sp>
        <p:nvSpPr>
          <p:cNvPr id="115" name="Legend color 085"/>
          <p:cNvSpPr/>
          <p:nvPr/>
        </p:nvSpPr>
        <p:spPr>
          <a:xfrm>
            <a:off x="2894982" y="6655740"/>
            <a:ext cx="28097" cy="164629"/>
          </a:xfrm>
          <a:prstGeom prst="rect">
            <a:avLst/>
          </a:prstGeom>
          <a:solidFill>
            <a:srgbClr val="E4A781"/>
          </a:solidFill>
          <a:ln>
            <a:noFill/>
          </a:ln>
          <a:effectLst/>
        </p:spPr>
        <p:txBody>
          <a:bodyPr rtlCol="0" anchor="ctr"/>
          <a:lstStyle/>
          <a:p>
            <a:pPr algn="ctr"/>
          </a:p>
        </p:txBody>
      </p:sp>
      <p:sp>
        <p:nvSpPr>
          <p:cNvPr id="116" name="Legend color 086"/>
          <p:cNvSpPr/>
          <p:nvPr/>
        </p:nvSpPr>
        <p:spPr>
          <a:xfrm>
            <a:off x="2922727" y="6655740"/>
            <a:ext cx="28097" cy="164629"/>
          </a:xfrm>
          <a:prstGeom prst="rect">
            <a:avLst/>
          </a:prstGeom>
          <a:solidFill>
            <a:srgbClr val="E4A680"/>
          </a:solidFill>
          <a:ln>
            <a:noFill/>
          </a:ln>
          <a:effectLst/>
        </p:spPr>
        <p:txBody>
          <a:bodyPr rtlCol="0" anchor="ctr"/>
          <a:lstStyle/>
          <a:p>
            <a:pPr algn="ctr"/>
          </a:p>
        </p:txBody>
      </p:sp>
      <p:sp>
        <p:nvSpPr>
          <p:cNvPr id="117" name="Legend color 087"/>
          <p:cNvSpPr/>
          <p:nvPr/>
        </p:nvSpPr>
        <p:spPr>
          <a:xfrm>
            <a:off x="2950471" y="6655740"/>
            <a:ext cx="28097" cy="164629"/>
          </a:xfrm>
          <a:prstGeom prst="rect">
            <a:avLst/>
          </a:prstGeom>
          <a:solidFill>
            <a:srgbClr val="E3A57F"/>
          </a:solidFill>
          <a:ln>
            <a:noFill/>
          </a:ln>
          <a:effectLst/>
        </p:spPr>
        <p:txBody>
          <a:bodyPr rtlCol="0" anchor="ctr"/>
          <a:lstStyle/>
          <a:p>
            <a:pPr algn="ctr"/>
          </a:p>
        </p:txBody>
      </p:sp>
      <p:sp>
        <p:nvSpPr>
          <p:cNvPr id="118" name="Legend color 088"/>
          <p:cNvSpPr/>
          <p:nvPr/>
        </p:nvSpPr>
        <p:spPr>
          <a:xfrm>
            <a:off x="2978216" y="6655740"/>
            <a:ext cx="28097" cy="164629"/>
          </a:xfrm>
          <a:prstGeom prst="rect">
            <a:avLst/>
          </a:prstGeom>
          <a:solidFill>
            <a:srgbClr val="E3A47E"/>
          </a:solidFill>
          <a:ln>
            <a:noFill/>
          </a:ln>
          <a:effectLst/>
        </p:spPr>
        <p:txBody>
          <a:bodyPr rtlCol="0" anchor="ctr"/>
          <a:lstStyle/>
          <a:p>
            <a:pPr algn="ctr"/>
          </a:p>
        </p:txBody>
      </p:sp>
      <p:sp>
        <p:nvSpPr>
          <p:cNvPr id="119" name="Legend color 089"/>
          <p:cNvSpPr/>
          <p:nvPr/>
        </p:nvSpPr>
        <p:spPr>
          <a:xfrm>
            <a:off x="3005960" y="6655740"/>
            <a:ext cx="28097" cy="164629"/>
          </a:xfrm>
          <a:prstGeom prst="rect">
            <a:avLst/>
          </a:prstGeom>
          <a:solidFill>
            <a:srgbClr val="E2A37C"/>
          </a:solidFill>
          <a:ln>
            <a:noFill/>
          </a:ln>
          <a:effectLst/>
        </p:spPr>
        <p:txBody>
          <a:bodyPr rtlCol="0" anchor="ctr"/>
          <a:lstStyle/>
          <a:p>
            <a:pPr algn="ctr"/>
          </a:p>
        </p:txBody>
      </p:sp>
      <p:sp>
        <p:nvSpPr>
          <p:cNvPr id="120" name="Legend color 090"/>
          <p:cNvSpPr/>
          <p:nvPr/>
        </p:nvSpPr>
        <p:spPr>
          <a:xfrm>
            <a:off x="3033705" y="6655740"/>
            <a:ext cx="28097" cy="164629"/>
          </a:xfrm>
          <a:prstGeom prst="rect">
            <a:avLst/>
          </a:prstGeom>
          <a:solidFill>
            <a:srgbClr val="E2A27B"/>
          </a:solidFill>
          <a:ln>
            <a:noFill/>
          </a:ln>
          <a:effectLst/>
        </p:spPr>
        <p:txBody>
          <a:bodyPr rtlCol="0" anchor="ctr"/>
          <a:lstStyle/>
          <a:p>
            <a:pPr algn="ctr"/>
          </a:p>
        </p:txBody>
      </p:sp>
      <p:sp>
        <p:nvSpPr>
          <p:cNvPr id="121" name="Legend color 091"/>
          <p:cNvSpPr/>
          <p:nvPr/>
        </p:nvSpPr>
        <p:spPr>
          <a:xfrm>
            <a:off x="3061449" y="6655740"/>
            <a:ext cx="28097" cy="164629"/>
          </a:xfrm>
          <a:prstGeom prst="rect">
            <a:avLst/>
          </a:prstGeom>
          <a:solidFill>
            <a:srgbClr val="E2A07A"/>
          </a:solidFill>
          <a:ln>
            <a:noFill/>
          </a:ln>
          <a:effectLst/>
        </p:spPr>
        <p:txBody>
          <a:bodyPr rtlCol="0" anchor="ctr"/>
          <a:lstStyle/>
          <a:p>
            <a:pPr algn="ctr"/>
          </a:p>
        </p:txBody>
      </p:sp>
      <p:sp>
        <p:nvSpPr>
          <p:cNvPr id="122" name="Legend color 092"/>
          <p:cNvSpPr/>
          <p:nvPr/>
        </p:nvSpPr>
        <p:spPr>
          <a:xfrm>
            <a:off x="3089194" y="6655740"/>
            <a:ext cx="28097" cy="164629"/>
          </a:xfrm>
          <a:prstGeom prst="rect">
            <a:avLst/>
          </a:prstGeom>
          <a:solidFill>
            <a:srgbClr val="E19F79"/>
          </a:solidFill>
          <a:ln>
            <a:noFill/>
          </a:ln>
          <a:effectLst/>
        </p:spPr>
        <p:txBody>
          <a:bodyPr rtlCol="0" anchor="ctr"/>
          <a:lstStyle/>
          <a:p>
            <a:pPr algn="ctr"/>
          </a:p>
        </p:txBody>
      </p:sp>
      <p:sp>
        <p:nvSpPr>
          <p:cNvPr id="123" name="Legend color 093"/>
          <p:cNvSpPr/>
          <p:nvPr/>
        </p:nvSpPr>
        <p:spPr>
          <a:xfrm>
            <a:off x="3116938" y="6655740"/>
            <a:ext cx="28097" cy="164629"/>
          </a:xfrm>
          <a:prstGeom prst="rect">
            <a:avLst/>
          </a:prstGeom>
          <a:solidFill>
            <a:srgbClr val="E19E77"/>
          </a:solidFill>
          <a:ln>
            <a:noFill/>
          </a:ln>
          <a:effectLst/>
        </p:spPr>
        <p:txBody>
          <a:bodyPr rtlCol="0" anchor="ctr"/>
          <a:lstStyle/>
          <a:p>
            <a:pPr algn="ctr"/>
          </a:p>
        </p:txBody>
      </p:sp>
      <p:sp>
        <p:nvSpPr>
          <p:cNvPr id="124" name="Legend color 094"/>
          <p:cNvSpPr/>
          <p:nvPr/>
        </p:nvSpPr>
        <p:spPr>
          <a:xfrm>
            <a:off x="3144683" y="6655740"/>
            <a:ext cx="28097" cy="164629"/>
          </a:xfrm>
          <a:prstGeom prst="rect">
            <a:avLst/>
          </a:prstGeom>
          <a:solidFill>
            <a:srgbClr val="E09D76"/>
          </a:solidFill>
          <a:ln>
            <a:noFill/>
          </a:ln>
          <a:effectLst/>
        </p:spPr>
        <p:txBody>
          <a:bodyPr rtlCol="0" anchor="ctr"/>
          <a:lstStyle/>
          <a:p>
            <a:pPr algn="ctr"/>
          </a:p>
        </p:txBody>
      </p:sp>
      <p:sp>
        <p:nvSpPr>
          <p:cNvPr id="125" name="Legend color 095"/>
          <p:cNvSpPr/>
          <p:nvPr/>
        </p:nvSpPr>
        <p:spPr>
          <a:xfrm>
            <a:off x="3172427" y="6655740"/>
            <a:ext cx="28097" cy="164629"/>
          </a:xfrm>
          <a:prstGeom prst="rect">
            <a:avLst/>
          </a:prstGeom>
          <a:solidFill>
            <a:srgbClr val="E09C75"/>
          </a:solidFill>
          <a:ln>
            <a:noFill/>
          </a:ln>
          <a:effectLst/>
        </p:spPr>
        <p:txBody>
          <a:bodyPr rtlCol="0" anchor="ctr"/>
          <a:lstStyle/>
          <a:p>
            <a:pPr algn="ctr"/>
          </a:p>
        </p:txBody>
      </p:sp>
      <p:sp>
        <p:nvSpPr>
          <p:cNvPr id="126" name="Legend color 096"/>
          <p:cNvSpPr/>
          <p:nvPr/>
        </p:nvSpPr>
        <p:spPr>
          <a:xfrm>
            <a:off x="3200172" y="6655740"/>
            <a:ext cx="28097" cy="164629"/>
          </a:xfrm>
          <a:prstGeom prst="rect">
            <a:avLst/>
          </a:prstGeom>
          <a:solidFill>
            <a:srgbClr val="DF9B74"/>
          </a:solidFill>
          <a:ln>
            <a:noFill/>
          </a:ln>
          <a:effectLst/>
        </p:spPr>
        <p:txBody>
          <a:bodyPr rtlCol="0" anchor="ctr"/>
          <a:lstStyle/>
          <a:p>
            <a:pPr algn="ctr"/>
          </a:p>
        </p:txBody>
      </p:sp>
      <p:sp>
        <p:nvSpPr>
          <p:cNvPr id="127" name="Legend color 097"/>
          <p:cNvSpPr/>
          <p:nvPr/>
        </p:nvSpPr>
        <p:spPr>
          <a:xfrm>
            <a:off x="3227916" y="6655740"/>
            <a:ext cx="28097" cy="164629"/>
          </a:xfrm>
          <a:prstGeom prst="rect">
            <a:avLst/>
          </a:prstGeom>
          <a:solidFill>
            <a:srgbClr val="DF9A72"/>
          </a:solidFill>
          <a:ln>
            <a:noFill/>
          </a:ln>
          <a:effectLst/>
        </p:spPr>
        <p:txBody>
          <a:bodyPr rtlCol="0" anchor="ctr"/>
          <a:lstStyle/>
          <a:p>
            <a:pPr algn="ctr"/>
          </a:p>
        </p:txBody>
      </p:sp>
      <p:sp>
        <p:nvSpPr>
          <p:cNvPr id="128" name="Legend color 098"/>
          <p:cNvSpPr/>
          <p:nvPr/>
        </p:nvSpPr>
        <p:spPr>
          <a:xfrm>
            <a:off x="3255661" y="6655740"/>
            <a:ext cx="28097" cy="164629"/>
          </a:xfrm>
          <a:prstGeom prst="rect">
            <a:avLst/>
          </a:prstGeom>
          <a:solidFill>
            <a:srgbClr val="DE9871"/>
          </a:solidFill>
          <a:ln>
            <a:noFill/>
          </a:ln>
          <a:effectLst/>
        </p:spPr>
        <p:txBody>
          <a:bodyPr rtlCol="0" anchor="ctr"/>
          <a:lstStyle/>
          <a:p>
            <a:pPr algn="ctr"/>
          </a:p>
        </p:txBody>
      </p:sp>
      <p:sp>
        <p:nvSpPr>
          <p:cNvPr id="129" name="Legend color 099"/>
          <p:cNvSpPr/>
          <p:nvPr/>
        </p:nvSpPr>
        <p:spPr>
          <a:xfrm>
            <a:off x="3283405" y="6655740"/>
            <a:ext cx="28097" cy="164629"/>
          </a:xfrm>
          <a:prstGeom prst="rect">
            <a:avLst/>
          </a:prstGeom>
          <a:solidFill>
            <a:srgbClr val="DE9770"/>
          </a:solidFill>
          <a:ln>
            <a:noFill/>
          </a:ln>
          <a:effectLst/>
        </p:spPr>
        <p:txBody>
          <a:bodyPr rtlCol="0" anchor="ctr"/>
          <a:lstStyle/>
          <a:p>
            <a:pPr algn="ctr"/>
          </a:p>
        </p:txBody>
      </p:sp>
      <p:sp>
        <p:nvSpPr>
          <p:cNvPr id="130" name="Legend color 100"/>
          <p:cNvSpPr/>
          <p:nvPr/>
        </p:nvSpPr>
        <p:spPr>
          <a:xfrm>
            <a:off x="3311150" y="6655740"/>
            <a:ext cx="28097" cy="164629"/>
          </a:xfrm>
          <a:prstGeom prst="rect">
            <a:avLst/>
          </a:prstGeom>
          <a:solidFill>
            <a:srgbClr val="DD966F"/>
          </a:solidFill>
          <a:ln>
            <a:noFill/>
          </a:ln>
          <a:effectLst/>
        </p:spPr>
        <p:txBody>
          <a:bodyPr rtlCol="0" anchor="ctr"/>
          <a:lstStyle/>
          <a:p>
            <a:pPr algn="ctr"/>
          </a:p>
        </p:txBody>
      </p:sp>
      <p:sp>
        <p:nvSpPr>
          <p:cNvPr id="131" name="Legend color 101"/>
          <p:cNvSpPr/>
          <p:nvPr/>
        </p:nvSpPr>
        <p:spPr>
          <a:xfrm>
            <a:off x="3338894" y="6655740"/>
            <a:ext cx="28097" cy="164629"/>
          </a:xfrm>
          <a:prstGeom prst="rect">
            <a:avLst/>
          </a:prstGeom>
          <a:solidFill>
            <a:srgbClr val="DD956D"/>
          </a:solidFill>
          <a:ln>
            <a:noFill/>
          </a:ln>
          <a:effectLst/>
        </p:spPr>
        <p:txBody>
          <a:bodyPr rtlCol="0" anchor="ctr"/>
          <a:lstStyle/>
          <a:p>
            <a:pPr algn="ctr"/>
          </a:p>
        </p:txBody>
      </p:sp>
      <p:sp>
        <p:nvSpPr>
          <p:cNvPr id="132" name="Legend color 102"/>
          <p:cNvSpPr/>
          <p:nvPr/>
        </p:nvSpPr>
        <p:spPr>
          <a:xfrm>
            <a:off x="3366639" y="6655740"/>
            <a:ext cx="28097" cy="164629"/>
          </a:xfrm>
          <a:prstGeom prst="rect">
            <a:avLst/>
          </a:prstGeom>
          <a:solidFill>
            <a:srgbClr val="DC946C"/>
          </a:solidFill>
          <a:ln>
            <a:noFill/>
          </a:ln>
          <a:effectLst/>
        </p:spPr>
        <p:txBody>
          <a:bodyPr rtlCol="0" anchor="ctr"/>
          <a:lstStyle/>
          <a:p>
            <a:pPr algn="ctr"/>
          </a:p>
        </p:txBody>
      </p:sp>
      <p:sp>
        <p:nvSpPr>
          <p:cNvPr id="133" name="Legend color 103"/>
          <p:cNvSpPr/>
          <p:nvPr/>
        </p:nvSpPr>
        <p:spPr>
          <a:xfrm>
            <a:off x="3394383" y="6655740"/>
            <a:ext cx="28097" cy="164629"/>
          </a:xfrm>
          <a:prstGeom prst="rect">
            <a:avLst/>
          </a:prstGeom>
          <a:solidFill>
            <a:srgbClr val="DC936B"/>
          </a:solidFill>
          <a:ln>
            <a:noFill/>
          </a:ln>
          <a:effectLst/>
        </p:spPr>
        <p:txBody>
          <a:bodyPr rtlCol="0" anchor="ctr"/>
          <a:lstStyle/>
          <a:p>
            <a:pPr algn="ctr"/>
          </a:p>
        </p:txBody>
      </p:sp>
      <p:sp>
        <p:nvSpPr>
          <p:cNvPr id="134" name="Legend color 104"/>
          <p:cNvSpPr/>
          <p:nvPr/>
        </p:nvSpPr>
        <p:spPr>
          <a:xfrm>
            <a:off x="3422128" y="6655740"/>
            <a:ext cx="28097" cy="164629"/>
          </a:xfrm>
          <a:prstGeom prst="rect">
            <a:avLst/>
          </a:prstGeom>
          <a:solidFill>
            <a:srgbClr val="DB926A"/>
          </a:solidFill>
          <a:ln>
            <a:noFill/>
          </a:ln>
          <a:effectLst/>
        </p:spPr>
        <p:txBody>
          <a:bodyPr rtlCol="0" anchor="ctr"/>
          <a:lstStyle/>
          <a:p>
            <a:pPr algn="ctr"/>
          </a:p>
        </p:txBody>
      </p:sp>
      <p:sp>
        <p:nvSpPr>
          <p:cNvPr id="135" name="Legend color 105"/>
          <p:cNvSpPr/>
          <p:nvPr/>
        </p:nvSpPr>
        <p:spPr>
          <a:xfrm>
            <a:off x="3449872" y="6655740"/>
            <a:ext cx="28097" cy="164629"/>
          </a:xfrm>
          <a:prstGeom prst="rect">
            <a:avLst/>
          </a:prstGeom>
          <a:solidFill>
            <a:srgbClr val="DB9169"/>
          </a:solidFill>
          <a:ln>
            <a:noFill/>
          </a:ln>
          <a:effectLst/>
        </p:spPr>
        <p:txBody>
          <a:bodyPr rtlCol="0" anchor="ctr"/>
          <a:lstStyle/>
          <a:p>
            <a:pPr algn="ctr"/>
          </a:p>
        </p:txBody>
      </p:sp>
      <p:sp>
        <p:nvSpPr>
          <p:cNvPr id="136" name="Legend color 106"/>
          <p:cNvSpPr/>
          <p:nvPr/>
        </p:nvSpPr>
        <p:spPr>
          <a:xfrm>
            <a:off x="3477617" y="6655740"/>
            <a:ext cx="28097" cy="164629"/>
          </a:xfrm>
          <a:prstGeom prst="rect">
            <a:avLst/>
          </a:prstGeom>
          <a:solidFill>
            <a:srgbClr val="DA9068"/>
          </a:solidFill>
          <a:ln>
            <a:noFill/>
          </a:ln>
          <a:effectLst/>
        </p:spPr>
        <p:txBody>
          <a:bodyPr rtlCol="0" anchor="ctr"/>
          <a:lstStyle/>
          <a:p>
            <a:pPr algn="ctr"/>
          </a:p>
        </p:txBody>
      </p:sp>
      <p:sp>
        <p:nvSpPr>
          <p:cNvPr id="137" name="Legend color 107"/>
          <p:cNvSpPr/>
          <p:nvPr/>
        </p:nvSpPr>
        <p:spPr>
          <a:xfrm>
            <a:off x="3505361" y="6655740"/>
            <a:ext cx="28097" cy="164629"/>
          </a:xfrm>
          <a:prstGeom prst="rect">
            <a:avLst/>
          </a:prstGeom>
          <a:solidFill>
            <a:srgbClr val="DA8F67"/>
          </a:solidFill>
          <a:ln>
            <a:noFill/>
          </a:ln>
          <a:effectLst/>
        </p:spPr>
        <p:txBody>
          <a:bodyPr rtlCol="0" anchor="ctr"/>
          <a:lstStyle/>
          <a:p>
            <a:pPr algn="ctr"/>
          </a:p>
        </p:txBody>
      </p:sp>
      <p:sp>
        <p:nvSpPr>
          <p:cNvPr id="138" name="Legend color 108"/>
          <p:cNvSpPr/>
          <p:nvPr/>
        </p:nvSpPr>
        <p:spPr>
          <a:xfrm>
            <a:off x="3533106" y="6655740"/>
            <a:ext cx="28097" cy="164629"/>
          </a:xfrm>
          <a:prstGeom prst="rect">
            <a:avLst/>
          </a:prstGeom>
          <a:solidFill>
            <a:srgbClr val="D98E66"/>
          </a:solidFill>
          <a:ln>
            <a:noFill/>
          </a:ln>
          <a:effectLst/>
        </p:spPr>
        <p:txBody>
          <a:bodyPr rtlCol="0" anchor="ctr"/>
          <a:lstStyle/>
          <a:p>
            <a:pPr algn="ctr"/>
          </a:p>
        </p:txBody>
      </p:sp>
      <p:sp>
        <p:nvSpPr>
          <p:cNvPr id="139" name="Legend color 109"/>
          <p:cNvSpPr/>
          <p:nvPr/>
        </p:nvSpPr>
        <p:spPr>
          <a:xfrm>
            <a:off x="3560850" y="6655740"/>
            <a:ext cx="28097" cy="164629"/>
          </a:xfrm>
          <a:prstGeom prst="rect">
            <a:avLst/>
          </a:prstGeom>
          <a:solidFill>
            <a:srgbClr val="D98C65"/>
          </a:solidFill>
          <a:ln>
            <a:noFill/>
          </a:ln>
          <a:effectLst/>
        </p:spPr>
        <p:txBody>
          <a:bodyPr rtlCol="0" anchor="ctr"/>
          <a:lstStyle/>
          <a:p>
            <a:pPr algn="ctr"/>
          </a:p>
        </p:txBody>
      </p:sp>
      <p:sp>
        <p:nvSpPr>
          <p:cNvPr id="140" name="Legend color 110"/>
          <p:cNvSpPr/>
          <p:nvPr/>
        </p:nvSpPr>
        <p:spPr>
          <a:xfrm>
            <a:off x="3588595" y="6655740"/>
            <a:ext cx="28097" cy="164629"/>
          </a:xfrm>
          <a:prstGeom prst="rect">
            <a:avLst/>
          </a:prstGeom>
          <a:solidFill>
            <a:srgbClr val="D88B64"/>
          </a:solidFill>
          <a:ln>
            <a:noFill/>
          </a:ln>
          <a:effectLst/>
        </p:spPr>
        <p:txBody>
          <a:bodyPr rtlCol="0" anchor="ctr"/>
          <a:lstStyle/>
          <a:p>
            <a:pPr algn="ctr"/>
          </a:p>
        </p:txBody>
      </p:sp>
      <p:sp>
        <p:nvSpPr>
          <p:cNvPr id="141" name="Legend color 111"/>
          <p:cNvSpPr/>
          <p:nvPr/>
        </p:nvSpPr>
        <p:spPr>
          <a:xfrm>
            <a:off x="3616339" y="6655740"/>
            <a:ext cx="28097" cy="164629"/>
          </a:xfrm>
          <a:prstGeom prst="rect">
            <a:avLst/>
          </a:prstGeom>
          <a:solidFill>
            <a:srgbClr val="D88A63"/>
          </a:solidFill>
          <a:ln>
            <a:noFill/>
          </a:ln>
          <a:effectLst/>
        </p:spPr>
        <p:txBody>
          <a:bodyPr rtlCol="0" anchor="ctr"/>
          <a:lstStyle/>
          <a:p>
            <a:pPr algn="ctr"/>
          </a:p>
        </p:txBody>
      </p:sp>
      <p:sp>
        <p:nvSpPr>
          <p:cNvPr id="142" name="Legend color 112"/>
          <p:cNvSpPr/>
          <p:nvPr/>
        </p:nvSpPr>
        <p:spPr>
          <a:xfrm>
            <a:off x="3644084" y="6655740"/>
            <a:ext cx="28097" cy="164629"/>
          </a:xfrm>
          <a:prstGeom prst="rect">
            <a:avLst/>
          </a:prstGeom>
          <a:solidFill>
            <a:srgbClr val="D78962"/>
          </a:solidFill>
          <a:ln>
            <a:noFill/>
          </a:ln>
          <a:effectLst/>
        </p:spPr>
        <p:txBody>
          <a:bodyPr rtlCol="0" anchor="ctr"/>
          <a:lstStyle/>
          <a:p>
            <a:pPr algn="ctr"/>
          </a:p>
        </p:txBody>
      </p:sp>
      <p:sp>
        <p:nvSpPr>
          <p:cNvPr id="143" name="Legend color 113"/>
          <p:cNvSpPr/>
          <p:nvPr/>
        </p:nvSpPr>
        <p:spPr>
          <a:xfrm>
            <a:off x="3671828" y="6655740"/>
            <a:ext cx="28097" cy="164629"/>
          </a:xfrm>
          <a:prstGeom prst="rect">
            <a:avLst/>
          </a:prstGeom>
          <a:solidFill>
            <a:srgbClr val="D68861"/>
          </a:solidFill>
          <a:ln>
            <a:noFill/>
          </a:ln>
          <a:effectLst/>
        </p:spPr>
        <p:txBody>
          <a:bodyPr rtlCol="0" anchor="ctr"/>
          <a:lstStyle/>
          <a:p>
            <a:pPr algn="ctr"/>
          </a:p>
        </p:txBody>
      </p:sp>
      <p:sp>
        <p:nvSpPr>
          <p:cNvPr id="144" name="Legend color 114"/>
          <p:cNvSpPr/>
          <p:nvPr/>
        </p:nvSpPr>
        <p:spPr>
          <a:xfrm>
            <a:off x="3699573" y="6655740"/>
            <a:ext cx="28097" cy="164629"/>
          </a:xfrm>
          <a:prstGeom prst="rect">
            <a:avLst/>
          </a:prstGeom>
          <a:solidFill>
            <a:srgbClr val="D68760"/>
          </a:solidFill>
          <a:ln>
            <a:noFill/>
          </a:ln>
          <a:effectLst/>
        </p:spPr>
        <p:txBody>
          <a:bodyPr rtlCol="0" anchor="ctr"/>
          <a:lstStyle/>
          <a:p>
            <a:pPr algn="ctr"/>
          </a:p>
        </p:txBody>
      </p:sp>
      <p:sp>
        <p:nvSpPr>
          <p:cNvPr id="145" name="Legend color 115"/>
          <p:cNvSpPr/>
          <p:nvPr/>
        </p:nvSpPr>
        <p:spPr>
          <a:xfrm>
            <a:off x="3727317" y="6655740"/>
            <a:ext cx="28097" cy="164629"/>
          </a:xfrm>
          <a:prstGeom prst="rect">
            <a:avLst/>
          </a:prstGeom>
          <a:solidFill>
            <a:srgbClr val="D58660"/>
          </a:solidFill>
          <a:ln>
            <a:noFill/>
          </a:ln>
          <a:effectLst/>
        </p:spPr>
        <p:txBody>
          <a:bodyPr rtlCol="0" anchor="ctr"/>
          <a:lstStyle/>
          <a:p>
            <a:pPr algn="ctr"/>
          </a:p>
        </p:txBody>
      </p:sp>
      <p:sp>
        <p:nvSpPr>
          <p:cNvPr id="146" name="Legend color 116"/>
          <p:cNvSpPr/>
          <p:nvPr/>
        </p:nvSpPr>
        <p:spPr>
          <a:xfrm>
            <a:off x="3755062" y="6655740"/>
            <a:ext cx="28097" cy="164629"/>
          </a:xfrm>
          <a:prstGeom prst="rect">
            <a:avLst/>
          </a:prstGeom>
          <a:solidFill>
            <a:srgbClr val="D5855F"/>
          </a:solidFill>
          <a:ln>
            <a:noFill/>
          </a:ln>
          <a:effectLst/>
        </p:spPr>
        <p:txBody>
          <a:bodyPr rtlCol="0" anchor="ctr"/>
          <a:lstStyle/>
          <a:p>
            <a:pPr algn="ctr"/>
          </a:p>
        </p:txBody>
      </p:sp>
      <p:sp>
        <p:nvSpPr>
          <p:cNvPr id="147" name="Legend color 117"/>
          <p:cNvSpPr/>
          <p:nvPr/>
        </p:nvSpPr>
        <p:spPr>
          <a:xfrm>
            <a:off x="3782806" y="6655740"/>
            <a:ext cx="28097" cy="164629"/>
          </a:xfrm>
          <a:prstGeom prst="rect">
            <a:avLst/>
          </a:prstGeom>
          <a:solidFill>
            <a:srgbClr val="D4845E"/>
          </a:solidFill>
          <a:ln>
            <a:noFill/>
          </a:ln>
          <a:effectLst/>
        </p:spPr>
        <p:txBody>
          <a:bodyPr rtlCol="0" anchor="ctr"/>
          <a:lstStyle/>
          <a:p>
            <a:pPr algn="ctr"/>
          </a:p>
        </p:txBody>
      </p:sp>
      <p:sp>
        <p:nvSpPr>
          <p:cNvPr id="148" name="Legend color 118"/>
          <p:cNvSpPr/>
          <p:nvPr/>
        </p:nvSpPr>
        <p:spPr>
          <a:xfrm>
            <a:off x="3810551" y="6655740"/>
            <a:ext cx="28097" cy="164629"/>
          </a:xfrm>
          <a:prstGeom prst="rect">
            <a:avLst/>
          </a:prstGeom>
          <a:solidFill>
            <a:srgbClr val="D4835D"/>
          </a:solidFill>
          <a:ln>
            <a:noFill/>
          </a:ln>
          <a:effectLst/>
        </p:spPr>
        <p:txBody>
          <a:bodyPr rtlCol="0" anchor="ctr"/>
          <a:lstStyle/>
          <a:p>
            <a:pPr algn="ctr"/>
          </a:p>
        </p:txBody>
      </p:sp>
      <p:sp>
        <p:nvSpPr>
          <p:cNvPr id="149" name="Legend color 119"/>
          <p:cNvSpPr/>
          <p:nvPr/>
        </p:nvSpPr>
        <p:spPr>
          <a:xfrm>
            <a:off x="3838295" y="6655740"/>
            <a:ext cx="28097" cy="164629"/>
          </a:xfrm>
          <a:prstGeom prst="rect">
            <a:avLst/>
          </a:prstGeom>
          <a:solidFill>
            <a:srgbClr val="D3825C"/>
          </a:solidFill>
          <a:ln>
            <a:noFill/>
          </a:ln>
          <a:effectLst/>
        </p:spPr>
        <p:txBody>
          <a:bodyPr rtlCol="0" anchor="ctr"/>
          <a:lstStyle/>
          <a:p>
            <a:pPr algn="ctr"/>
          </a:p>
        </p:txBody>
      </p:sp>
      <p:sp>
        <p:nvSpPr>
          <p:cNvPr id="150" name="Legend color 120"/>
          <p:cNvSpPr/>
          <p:nvPr/>
        </p:nvSpPr>
        <p:spPr>
          <a:xfrm>
            <a:off x="3866040" y="6655740"/>
            <a:ext cx="28097" cy="164629"/>
          </a:xfrm>
          <a:prstGeom prst="rect">
            <a:avLst/>
          </a:prstGeom>
          <a:solidFill>
            <a:srgbClr val="D3815B"/>
          </a:solidFill>
          <a:ln>
            <a:noFill/>
          </a:ln>
          <a:effectLst/>
        </p:spPr>
        <p:txBody>
          <a:bodyPr rtlCol="0" anchor="ctr"/>
          <a:lstStyle/>
          <a:p>
            <a:pPr algn="ctr"/>
          </a:p>
        </p:txBody>
      </p:sp>
      <p:sp>
        <p:nvSpPr>
          <p:cNvPr id="151" name="Legend color 121"/>
          <p:cNvSpPr/>
          <p:nvPr/>
        </p:nvSpPr>
        <p:spPr>
          <a:xfrm>
            <a:off x="3893784" y="6655740"/>
            <a:ext cx="28097" cy="164629"/>
          </a:xfrm>
          <a:prstGeom prst="rect">
            <a:avLst/>
          </a:prstGeom>
          <a:solidFill>
            <a:srgbClr val="D2805A"/>
          </a:solidFill>
          <a:ln>
            <a:noFill/>
          </a:ln>
          <a:effectLst/>
        </p:spPr>
        <p:txBody>
          <a:bodyPr rtlCol="0" anchor="ctr"/>
          <a:lstStyle/>
          <a:p>
            <a:pPr algn="ctr"/>
          </a:p>
        </p:txBody>
      </p:sp>
      <p:sp>
        <p:nvSpPr>
          <p:cNvPr id="152" name="Legend color 122"/>
          <p:cNvSpPr/>
          <p:nvPr/>
        </p:nvSpPr>
        <p:spPr>
          <a:xfrm>
            <a:off x="3921529" y="6655740"/>
            <a:ext cx="28097" cy="164629"/>
          </a:xfrm>
          <a:prstGeom prst="rect">
            <a:avLst/>
          </a:prstGeom>
          <a:solidFill>
            <a:srgbClr val="D17F59"/>
          </a:solidFill>
          <a:ln>
            <a:noFill/>
          </a:ln>
          <a:effectLst/>
        </p:spPr>
        <p:txBody>
          <a:bodyPr rtlCol="0" anchor="ctr"/>
          <a:lstStyle/>
          <a:p>
            <a:pPr algn="ctr"/>
          </a:p>
        </p:txBody>
      </p:sp>
      <p:sp>
        <p:nvSpPr>
          <p:cNvPr id="153" name="Legend color 123"/>
          <p:cNvSpPr/>
          <p:nvPr/>
        </p:nvSpPr>
        <p:spPr>
          <a:xfrm>
            <a:off x="3949273" y="6655740"/>
            <a:ext cx="28097" cy="164629"/>
          </a:xfrm>
          <a:prstGeom prst="rect">
            <a:avLst/>
          </a:prstGeom>
          <a:solidFill>
            <a:srgbClr val="D17E58"/>
          </a:solidFill>
          <a:ln>
            <a:noFill/>
          </a:ln>
          <a:effectLst/>
        </p:spPr>
        <p:txBody>
          <a:bodyPr rtlCol="0" anchor="ctr"/>
          <a:lstStyle/>
          <a:p>
            <a:pPr algn="ctr"/>
          </a:p>
        </p:txBody>
      </p:sp>
      <p:sp>
        <p:nvSpPr>
          <p:cNvPr id="154" name="Legend color 124"/>
          <p:cNvSpPr/>
          <p:nvPr/>
        </p:nvSpPr>
        <p:spPr>
          <a:xfrm>
            <a:off x="3977018" y="6655740"/>
            <a:ext cx="28097" cy="164629"/>
          </a:xfrm>
          <a:prstGeom prst="rect">
            <a:avLst/>
          </a:prstGeom>
          <a:solidFill>
            <a:srgbClr val="D07D57"/>
          </a:solidFill>
          <a:ln>
            <a:noFill/>
          </a:ln>
          <a:effectLst/>
        </p:spPr>
        <p:txBody>
          <a:bodyPr rtlCol="0" anchor="ctr"/>
          <a:lstStyle/>
          <a:p>
            <a:pPr algn="ctr"/>
          </a:p>
        </p:txBody>
      </p:sp>
      <p:sp>
        <p:nvSpPr>
          <p:cNvPr id="155" name="Legend color 125"/>
          <p:cNvSpPr/>
          <p:nvPr/>
        </p:nvSpPr>
        <p:spPr>
          <a:xfrm>
            <a:off x="4004762" y="6655740"/>
            <a:ext cx="28097" cy="164629"/>
          </a:xfrm>
          <a:prstGeom prst="rect">
            <a:avLst/>
          </a:prstGeom>
          <a:solidFill>
            <a:srgbClr val="D07C56"/>
          </a:solidFill>
          <a:ln>
            <a:noFill/>
          </a:ln>
          <a:effectLst/>
        </p:spPr>
        <p:txBody>
          <a:bodyPr rtlCol="0" anchor="ctr"/>
          <a:lstStyle/>
          <a:p>
            <a:pPr algn="ctr"/>
          </a:p>
        </p:txBody>
      </p:sp>
      <p:sp>
        <p:nvSpPr>
          <p:cNvPr id="156" name="Legend color 126"/>
          <p:cNvSpPr/>
          <p:nvPr/>
        </p:nvSpPr>
        <p:spPr>
          <a:xfrm>
            <a:off x="4032507" y="6655740"/>
            <a:ext cx="28097" cy="164629"/>
          </a:xfrm>
          <a:prstGeom prst="rect">
            <a:avLst/>
          </a:prstGeom>
          <a:solidFill>
            <a:srgbClr val="CF7B55"/>
          </a:solidFill>
          <a:ln>
            <a:noFill/>
          </a:ln>
          <a:effectLst/>
        </p:spPr>
        <p:txBody>
          <a:bodyPr rtlCol="0" anchor="ctr"/>
          <a:lstStyle/>
          <a:p>
            <a:pPr algn="ctr"/>
          </a:p>
        </p:txBody>
      </p:sp>
      <p:sp>
        <p:nvSpPr>
          <p:cNvPr id="157" name="Legend color 127"/>
          <p:cNvSpPr/>
          <p:nvPr/>
        </p:nvSpPr>
        <p:spPr>
          <a:xfrm>
            <a:off x="4060251" y="6655740"/>
            <a:ext cx="28097" cy="164629"/>
          </a:xfrm>
          <a:prstGeom prst="rect">
            <a:avLst/>
          </a:prstGeom>
          <a:solidFill>
            <a:srgbClr val="CF7954"/>
          </a:solidFill>
          <a:ln>
            <a:noFill/>
          </a:ln>
          <a:effectLst/>
        </p:spPr>
        <p:txBody>
          <a:bodyPr rtlCol="0" anchor="ctr"/>
          <a:lstStyle/>
          <a:p>
            <a:pPr algn="ctr"/>
          </a:p>
        </p:txBody>
      </p:sp>
      <p:sp>
        <p:nvSpPr>
          <p:cNvPr id="158" name="Legend color 128"/>
          <p:cNvSpPr/>
          <p:nvPr/>
        </p:nvSpPr>
        <p:spPr>
          <a:xfrm>
            <a:off x="4087996" y="6655740"/>
            <a:ext cx="28097" cy="164629"/>
          </a:xfrm>
          <a:prstGeom prst="rect">
            <a:avLst/>
          </a:prstGeom>
          <a:solidFill>
            <a:srgbClr val="CE7853"/>
          </a:solidFill>
          <a:ln>
            <a:noFill/>
          </a:ln>
          <a:effectLst/>
        </p:spPr>
        <p:txBody>
          <a:bodyPr rtlCol="0" anchor="ctr"/>
          <a:lstStyle/>
          <a:p>
            <a:pPr algn="ctr"/>
          </a:p>
        </p:txBody>
      </p:sp>
      <p:sp>
        <p:nvSpPr>
          <p:cNvPr id="159" name="Figure | Credit weight w_t"/>
          <p:cNvSpPr txBox="1"/>
          <p:nvPr/>
        </p:nvSpPr>
        <p:spPr>
          <a:xfrm>
            <a:off x="564444" y="6323094"/>
            <a:ext cx="1324386"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Credit weight </a:t>
            </a:r>
            <a:r>
              <a:rPr sz="1407" b="0">
                <a:solidFill>
                  <a:srgbClr val="72665E"/>
                </a:solidFill>
                <a:latin typeface="Arial"/>
              </a:rPr>
              <a:t>w</a:t>
            </a:r>
            <a:r>
              <a:rPr sz="1055" b="0" baseline="-25000">
                <a:solidFill>
                  <a:srgbClr val="72665E"/>
                </a:solidFill>
                <a:latin typeface="Arial"/>
              </a:rPr>
              <a:t>t</a:t>
            </a:r>
          </a:p>
        </p:txBody>
      </p:sp>
      <p:sp>
        <p:nvSpPr>
          <p:cNvPr id="160" name="Figure | 0.25"/>
          <p:cNvSpPr txBox="1"/>
          <p:nvPr/>
        </p:nvSpPr>
        <p:spPr>
          <a:xfrm>
            <a:off x="402019" y="6922111"/>
            <a:ext cx="371886"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0.25</a:t>
            </a:r>
          </a:p>
        </p:txBody>
      </p:sp>
      <p:sp>
        <p:nvSpPr>
          <p:cNvPr id="161" name="Figure | 0.5"/>
          <p:cNvSpPr txBox="1"/>
          <p:nvPr/>
        </p:nvSpPr>
        <p:spPr>
          <a:xfrm>
            <a:off x="1365997" y="6922111"/>
            <a:ext cx="277812"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0.5</a:t>
            </a:r>
          </a:p>
        </p:txBody>
      </p:sp>
      <p:sp>
        <p:nvSpPr>
          <p:cNvPr id="162" name="Figure | 1"/>
          <p:cNvSpPr txBox="1"/>
          <p:nvPr/>
        </p:nvSpPr>
        <p:spPr>
          <a:xfrm>
            <a:off x="2105595" y="6922111"/>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1</a:t>
            </a:r>
          </a:p>
        </p:txBody>
      </p:sp>
      <p:sp>
        <p:nvSpPr>
          <p:cNvPr id="163" name="Figure | 2"/>
          <p:cNvSpPr txBox="1"/>
          <p:nvPr/>
        </p:nvSpPr>
        <p:spPr>
          <a:xfrm>
            <a:off x="2943404" y="6922111"/>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2</a:t>
            </a:r>
          </a:p>
        </p:txBody>
      </p:sp>
      <p:sp>
        <p:nvSpPr>
          <p:cNvPr id="164" name="Figure | 4"/>
          <p:cNvSpPr txBox="1"/>
          <p:nvPr/>
        </p:nvSpPr>
        <p:spPr>
          <a:xfrm>
            <a:off x="4069438" y="6922111"/>
            <a:ext cx="13964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4</a:t>
            </a:r>
          </a:p>
        </p:txBody>
      </p:sp>
      <p:sp>
        <p:nvSpPr>
          <p:cNvPr id="165" name="Figure | Shared square-root scale"/>
          <p:cNvSpPr txBox="1"/>
          <p:nvPr/>
        </p:nvSpPr>
        <p:spPr>
          <a:xfrm>
            <a:off x="2309224" y="7163928"/>
            <a:ext cx="1853553" cy="231892"/>
          </a:xfrm>
          <a:prstGeom prst="rect">
            <a:avLst/>
          </a:prstGeom>
          <a:noFill/>
          <a:effectLst/>
        </p:spPr>
        <p:txBody>
          <a:bodyPr wrap="none" lIns="0" rIns="0" tIns="0" bIns="0" anchor="t">
            <a:noAutofit/>
          </a:bodyPr>
          <a:lstStyle/>
          <a:p>
            <a:pPr>
              <a:lnSpc>
                <a:spcPct val="100000"/>
              </a:lnSpc>
              <a:spcBef>
                <a:spcPts val="0"/>
              </a:spcBef>
              <a:spcAft>
                <a:spcPts val="0"/>
              </a:spcAft>
            </a:pPr>
            <a:r>
              <a:rPr sz="1259" b="0">
                <a:solidFill>
                  <a:srgbClr val="72665E"/>
                </a:solidFill>
                <a:latin typeface="Arial"/>
              </a:rPr>
              <a:t>Shared square-root scale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9" name="CASE | deduplication | editable text and token highlights"/>
          <p:cNvGrpSpPr/>
          <p:nvPr/>
        </p:nvGrpSpPr>
        <p:grpSpPr>
          <a:xfrm>
            <a:off x="2425117" y="1481666"/>
            <a:ext cx="7341765" cy="4397962"/>
            <a:chOff x="2425117" y="1481666"/>
            <a:chExt cx="7341765" cy="4397962"/>
          </a:xfrm>
        </p:grpSpPr>
        <p:sp>
          <p:nvSpPr>
            <p:cNvPr id="2" name="deduplication | token 40 | id 1588 | w=0.85498"/>
            <p:cNvSpPr/>
            <p:nvPr/>
          </p:nvSpPr>
          <p:spPr>
            <a:xfrm>
              <a:off x="3058011" y="3568338"/>
              <a:ext cx="865339" cy="395232"/>
            </a:xfrm>
            <a:prstGeom prst="rect">
              <a:avLst/>
            </a:prstGeom>
            <a:solidFill>
              <a:srgbClr val="F1D1B7"/>
            </a:solidFill>
            <a:ln w="8438">
              <a:solidFill>
                <a:srgbClr val="FFFFFF"/>
              </a:solidFill>
            </a:ln>
            <a:effectLst/>
          </p:spPr>
          <p:txBody>
            <a:bodyPr rtlCol="0" anchor="ctr"/>
            <a:lstStyle/>
            <a:p>
              <a:pPr algn="ctr"/>
            </a:p>
          </p:txBody>
        </p:sp>
        <p:sp>
          <p:nvSpPr>
            <p:cNvPr id="3" name="deduplication | token 41 | id 374 | w=0.804688"/>
            <p:cNvSpPr/>
            <p:nvPr/>
          </p:nvSpPr>
          <p:spPr>
            <a:xfrm>
              <a:off x="4112835" y="3568338"/>
              <a:ext cx="443409" cy="395232"/>
            </a:xfrm>
            <a:prstGeom prst="rect">
              <a:avLst/>
            </a:prstGeom>
            <a:solidFill>
              <a:srgbClr val="F1D3BA"/>
            </a:solidFill>
            <a:ln w="8438">
              <a:solidFill>
                <a:srgbClr val="FFFFFF"/>
              </a:solidFill>
            </a:ln>
            <a:effectLst/>
          </p:spPr>
          <p:txBody>
            <a:bodyPr rtlCol="0" anchor="ctr"/>
            <a:lstStyle/>
            <a:p>
              <a:pPr algn="ctr"/>
            </a:p>
          </p:txBody>
        </p:sp>
        <p:sp>
          <p:nvSpPr>
            <p:cNvPr id="4" name="deduplication | token 42 | id 279 | w=0.700195"/>
            <p:cNvSpPr/>
            <p:nvPr/>
          </p:nvSpPr>
          <p:spPr>
            <a:xfrm>
              <a:off x="4745729" y="3568338"/>
              <a:ext cx="654374" cy="395232"/>
            </a:xfrm>
            <a:prstGeom prst="rect">
              <a:avLst/>
            </a:prstGeom>
            <a:solidFill>
              <a:srgbClr val="F3D7C0"/>
            </a:solidFill>
            <a:ln w="8438">
              <a:solidFill>
                <a:srgbClr val="FFFFFF"/>
              </a:solidFill>
            </a:ln>
            <a:effectLst/>
          </p:spPr>
          <p:txBody>
            <a:bodyPr rtlCol="0" anchor="ctr"/>
            <a:lstStyle/>
            <a:p>
              <a:pPr algn="ctr"/>
            </a:p>
          </p:txBody>
        </p:sp>
        <p:sp>
          <p:nvSpPr>
            <p:cNvPr id="5" name="deduplication | token 43 | id 2550 | w=0.874023"/>
            <p:cNvSpPr/>
            <p:nvPr/>
          </p:nvSpPr>
          <p:spPr>
            <a:xfrm>
              <a:off x="5589588" y="3568338"/>
              <a:ext cx="1287268" cy="395232"/>
            </a:xfrm>
            <a:prstGeom prst="rect">
              <a:avLst/>
            </a:prstGeom>
            <a:solidFill>
              <a:srgbClr val="F1D0B5"/>
            </a:solidFill>
            <a:ln w="8438">
              <a:solidFill>
                <a:srgbClr val="FFFFFF"/>
              </a:solidFill>
            </a:ln>
            <a:effectLst/>
          </p:spPr>
          <p:txBody>
            <a:bodyPr rtlCol="0" anchor="ctr"/>
            <a:lstStyle/>
            <a:p>
              <a:pPr algn="ctr"/>
            </a:p>
          </p:txBody>
        </p:sp>
        <p:sp>
          <p:nvSpPr>
            <p:cNvPr id="6" name="deduplication | token 44 | id 2041 | w=0.519043"/>
            <p:cNvSpPr/>
            <p:nvPr/>
          </p:nvSpPr>
          <p:spPr>
            <a:xfrm>
              <a:off x="2425117" y="4182053"/>
              <a:ext cx="1498233" cy="395232"/>
            </a:xfrm>
            <a:prstGeom prst="rect">
              <a:avLst/>
            </a:prstGeom>
            <a:solidFill>
              <a:srgbClr val="F5E0CD"/>
            </a:solidFill>
            <a:ln w="8438">
              <a:solidFill>
                <a:srgbClr val="FFFFFF"/>
              </a:solidFill>
            </a:ln>
            <a:effectLst/>
          </p:spPr>
          <p:txBody>
            <a:bodyPr rtlCol="0" anchor="ctr"/>
            <a:lstStyle/>
            <a:p>
              <a:pPr algn="ctr"/>
            </a:p>
          </p:txBody>
        </p:sp>
        <p:sp>
          <p:nvSpPr>
            <p:cNvPr id="7" name="deduplication | token 45 | id 22513 | w=1.18262"/>
            <p:cNvSpPr/>
            <p:nvPr/>
          </p:nvSpPr>
          <p:spPr>
            <a:xfrm>
              <a:off x="4112835" y="4182053"/>
              <a:ext cx="1920162" cy="395232"/>
            </a:xfrm>
            <a:prstGeom prst="rect">
              <a:avLst/>
            </a:prstGeom>
            <a:solidFill>
              <a:srgbClr val="EDC1A1"/>
            </a:solidFill>
            <a:ln w="8438">
              <a:solidFill>
                <a:srgbClr val="FFFFFF"/>
              </a:solidFill>
            </a:ln>
            <a:effectLst/>
          </p:spPr>
          <p:txBody>
            <a:bodyPr rtlCol="0" anchor="ctr"/>
            <a:lstStyle/>
            <a:p>
              <a:pPr algn="ctr"/>
            </a:p>
          </p:txBody>
        </p:sp>
        <p:sp>
          <p:nvSpPr>
            <p:cNvPr id="8" name="deduplication | token 46 | id 5766 | w=0.935059"/>
            <p:cNvSpPr/>
            <p:nvPr/>
          </p:nvSpPr>
          <p:spPr>
            <a:xfrm>
              <a:off x="6222482" y="4182053"/>
              <a:ext cx="2131127" cy="395232"/>
            </a:xfrm>
            <a:prstGeom prst="rect">
              <a:avLst/>
            </a:prstGeom>
            <a:solidFill>
              <a:srgbClr val="F0CDB1"/>
            </a:solidFill>
            <a:ln w="8438">
              <a:solidFill>
                <a:srgbClr val="FFFFFF"/>
              </a:solidFill>
            </a:ln>
            <a:effectLst/>
          </p:spPr>
          <p:txBody>
            <a:bodyPr rtlCol="0" anchor="ctr"/>
            <a:lstStyle/>
            <a:p>
              <a:pPr algn="ctr"/>
            </a:p>
          </p:txBody>
        </p:sp>
        <p:sp>
          <p:nvSpPr>
            <p:cNvPr id="9" name="deduplication | token 47 | id 1447 | w=0.918457"/>
            <p:cNvSpPr/>
            <p:nvPr/>
          </p:nvSpPr>
          <p:spPr>
            <a:xfrm>
              <a:off x="8332130" y="4182053"/>
              <a:ext cx="232444" cy="395232"/>
            </a:xfrm>
            <a:prstGeom prst="rect">
              <a:avLst/>
            </a:prstGeom>
            <a:solidFill>
              <a:srgbClr val="F0CDB2"/>
            </a:solidFill>
            <a:ln w="8438">
              <a:solidFill>
                <a:srgbClr val="FFFFFF"/>
              </a:solidFill>
            </a:ln>
            <a:effectLst/>
          </p:spPr>
          <p:txBody>
            <a:bodyPr rtlCol="0" anchor="ctr"/>
            <a:lstStyle/>
            <a:p>
              <a:pPr algn="ctr"/>
            </a:p>
          </p:txBody>
        </p:sp>
        <p:sp>
          <p:nvSpPr>
            <p:cNvPr id="10" name="deduplication | token 48 | id 48 | w=0.933105"/>
            <p:cNvSpPr/>
            <p:nvPr/>
          </p:nvSpPr>
          <p:spPr>
            <a:xfrm>
              <a:off x="2425117" y="4795769"/>
              <a:ext cx="232444" cy="395232"/>
            </a:xfrm>
            <a:prstGeom prst="rect">
              <a:avLst/>
            </a:prstGeom>
            <a:solidFill>
              <a:srgbClr val="F0CDB1"/>
            </a:solidFill>
            <a:ln w="8438">
              <a:solidFill>
                <a:srgbClr val="FFFFFF"/>
              </a:solidFill>
            </a:ln>
            <a:effectLst/>
          </p:spPr>
          <p:txBody>
            <a:bodyPr rtlCol="0" anchor="ctr"/>
            <a:lstStyle/>
            <a:p>
              <a:pPr algn="ctr"/>
            </a:p>
          </p:txBody>
        </p:sp>
        <p:sp>
          <p:nvSpPr>
            <p:cNvPr id="11" name="deduplication | token 49 | id 3627 | w=1.05566"/>
            <p:cNvSpPr/>
            <p:nvPr/>
          </p:nvSpPr>
          <p:spPr>
            <a:xfrm>
              <a:off x="2636082" y="4795769"/>
              <a:ext cx="443409" cy="395232"/>
            </a:xfrm>
            <a:prstGeom prst="rect">
              <a:avLst/>
            </a:prstGeom>
            <a:solidFill>
              <a:srgbClr val="EEC7A9"/>
            </a:solidFill>
            <a:ln w="8438">
              <a:solidFill>
                <a:srgbClr val="FFFFFF"/>
              </a:solidFill>
            </a:ln>
            <a:effectLst/>
          </p:spPr>
          <p:txBody>
            <a:bodyPr rtlCol="0" anchor="ctr"/>
            <a:lstStyle/>
            <a:p>
              <a:pPr algn="ctr"/>
            </a:p>
          </p:txBody>
        </p:sp>
        <p:sp>
          <p:nvSpPr>
            <p:cNvPr id="12" name="deduplication | token 50 | id 54 | w=0.936523"/>
            <p:cNvSpPr/>
            <p:nvPr/>
          </p:nvSpPr>
          <p:spPr>
            <a:xfrm>
              <a:off x="3058011" y="4795769"/>
              <a:ext cx="232444" cy="395232"/>
            </a:xfrm>
            <a:prstGeom prst="rect">
              <a:avLst/>
            </a:prstGeom>
            <a:solidFill>
              <a:srgbClr val="F0CCB1"/>
            </a:solidFill>
            <a:ln w="8438">
              <a:solidFill>
                <a:srgbClr val="FFFFFF"/>
              </a:solidFill>
            </a:ln>
            <a:effectLst/>
          </p:spPr>
          <p:txBody>
            <a:bodyPr rtlCol="0" anchor="ctr"/>
            <a:lstStyle/>
            <a:p>
              <a:pPr algn="ctr"/>
            </a:p>
          </p:txBody>
        </p:sp>
        <p:sp>
          <p:nvSpPr>
            <p:cNvPr id="13" name="deduplication | token 51 | id 73 | w=0.991211"/>
            <p:cNvSpPr/>
            <p:nvPr/>
          </p:nvSpPr>
          <p:spPr>
            <a:xfrm>
              <a:off x="3268976" y="4795769"/>
              <a:ext cx="232444" cy="395232"/>
            </a:xfrm>
            <a:prstGeom prst="rect">
              <a:avLst/>
            </a:prstGeom>
            <a:solidFill>
              <a:srgbClr val="EFCAAD"/>
            </a:solidFill>
            <a:ln w="8438">
              <a:solidFill>
                <a:srgbClr val="FFFFFF"/>
              </a:solidFill>
            </a:ln>
            <a:effectLst/>
          </p:spPr>
          <p:txBody>
            <a:bodyPr rtlCol="0" anchor="ctr"/>
            <a:lstStyle/>
            <a:p>
              <a:pPr algn="ctr"/>
            </a:p>
          </p:txBody>
        </p:sp>
        <p:sp>
          <p:nvSpPr>
            <p:cNvPr id="14" name="deduplication | token 52 | id 56 | w=0.940918"/>
            <p:cNvSpPr/>
            <p:nvPr/>
          </p:nvSpPr>
          <p:spPr>
            <a:xfrm>
              <a:off x="3479941" y="4795769"/>
              <a:ext cx="232444" cy="395232"/>
            </a:xfrm>
            <a:prstGeom prst="rect">
              <a:avLst/>
            </a:prstGeom>
            <a:solidFill>
              <a:srgbClr val="F0CCB1"/>
            </a:solidFill>
            <a:ln w="8438">
              <a:solidFill>
                <a:srgbClr val="FFFFFF"/>
              </a:solidFill>
            </a:ln>
            <a:effectLst/>
          </p:spPr>
          <p:txBody>
            <a:bodyPr rtlCol="0" anchor="ctr"/>
            <a:lstStyle/>
            <a:p>
              <a:pPr algn="ctr"/>
            </a:p>
          </p:txBody>
        </p:sp>
        <p:sp>
          <p:nvSpPr>
            <p:cNvPr id="15" name="deduplication | token 53 | id 28561 | w=1.47266"/>
            <p:cNvSpPr/>
            <p:nvPr/>
          </p:nvSpPr>
          <p:spPr>
            <a:xfrm>
              <a:off x="3690905" y="4795769"/>
              <a:ext cx="443409" cy="395232"/>
            </a:xfrm>
            <a:prstGeom prst="rect">
              <a:avLst/>
            </a:prstGeom>
            <a:solidFill>
              <a:srgbClr val="E9B591"/>
            </a:solidFill>
            <a:ln w="8438">
              <a:solidFill>
                <a:srgbClr val="FFFFFF"/>
              </a:solidFill>
            </a:ln>
            <a:effectLst/>
          </p:spPr>
          <p:txBody>
            <a:bodyPr rtlCol="0" anchor="ctr"/>
            <a:lstStyle/>
            <a:p>
              <a:pPr algn="ctr"/>
            </a:p>
          </p:txBody>
        </p:sp>
        <p:sp>
          <p:nvSpPr>
            <p:cNvPr id="16" name="deduplication | token 54 | id 1011 | w=1.29492"/>
            <p:cNvSpPr/>
            <p:nvPr/>
          </p:nvSpPr>
          <p:spPr>
            <a:xfrm>
              <a:off x="4112835" y="4795769"/>
              <a:ext cx="443409" cy="395232"/>
            </a:xfrm>
            <a:prstGeom prst="rect">
              <a:avLst/>
            </a:prstGeom>
            <a:solidFill>
              <a:srgbClr val="EBBC9B"/>
            </a:solidFill>
            <a:ln w="8438">
              <a:solidFill>
                <a:srgbClr val="FFFFFF"/>
              </a:solidFill>
            </a:ln>
            <a:effectLst/>
          </p:spPr>
          <p:txBody>
            <a:bodyPr rtlCol="0" anchor="ctr"/>
            <a:lstStyle/>
            <a:p>
              <a:pPr algn="ctr"/>
            </a:p>
          </p:txBody>
        </p:sp>
        <p:sp>
          <p:nvSpPr>
            <p:cNvPr id="17" name="deduplication | token 55 | id 45 | w=1.16211"/>
            <p:cNvSpPr/>
            <p:nvPr/>
          </p:nvSpPr>
          <p:spPr>
            <a:xfrm>
              <a:off x="4534764" y="4795769"/>
              <a:ext cx="232444" cy="395232"/>
            </a:xfrm>
            <a:prstGeom prst="rect">
              <a:avLst/>
            </a:prstGeom>
            <a:solidFill>
              <a:srgbClr val="EDC2A2"/>
            </a:solidFill>
            <a:ln w="8438">
              <a:solidFill>
                <a:srgbClr val="FFFFFF"/>
              </a:solidFill>
            </a:ln>
            <a:effectLst/>
          </p:spPr>
          <p:txBody>
            <a:bodyPr rtlCol="0" anchor="ctr"/>
            <a:lstStyle/>
            <a:p>
              <a:pPr algn="ctr"/>
            </a:p>
          </p:txBody>
        </p:sp>
        <p:sp>
          <p:nvSpPr>
            <p:cNvPr id="18" name="deduplication | token 56 | id 54929 | w=4"/>
            <p:cNvSpPr/>
            <p:nvPr/>
          </p:nvSpPr>
          <p:spPr>
            <a:xfrm>
              <a:off x="4745729" y="4795769"/>
              <a:ext cx="443409" cy="395232"/>
            </a:xfrm>
            <a:prstGeom prst="rect">
              <a:avLst/>
            </a:prstGeom>
            <a:solidFill>
              <a:srgbClr val="CE7853"/>
            </a:solidFill>
            <a:ln w="8438">
              <a:solidFill>
                <a:srgbClr val="FFFFFF"/>
              </a:solidFill>
            </a:ln>
            <a:effectLst/>
          </p:spPr>
          <p:txBody>
            <a:bodyPr rtlCol="0" anchor="ctr"/>
            <a:lstStyle/>
            <a:p>
              <a:pPr algn="ctr"/>
            </a:p>
          </p:txBody>
        </p:sp>
        <p:sp>
          <p:nvSpPr>
            <p:cNvPr id="19" name="deduplication | token 57 | id 2277 | w=0.586426"/>
            <p:cNvSpPr/>
            <p:nvPr/>
          </p:nvSpPr>
          <p:spPr>
            <a:xfrm>
              <a:off x="5167659" y="4795769"/>
              <a:ext cx="443409" cy="395232"/>
            </a:xfrm>
            <a:prstGeom prst="rect">
              <a:avLst/>
            </a:prstGeom>
            <a:solidFill>
              <a:srgbClr val="F4DDC8"/>
            </a:solidFill>
            <a:ln w="8438">
              <a:solidFill>
                <a:srgbClr val="FFFFFF"/>
              </a:solidFill>
            </a:ln>
            <a:effectLst/>
          </p:spPr>
          <p:txBody>
            <a:bodyPr rtlCol="0" anchor="ctr"/>
            <a:lstStyle/>
            <a:p>
              <a:pPr algn="ctr"/>
            </a:p>
          </p:txBody>
        </p:sp>
        <p:sp>
          <p:nvSpPr>
            <p:cNvPr id="20" name="deduplication | token 58 | id 86 | w=0.978027"/>
            <p:cNvSpPr/>
            <p:nvPr/>
          </p:nvSpPr>
          <p:spPr>
            <a:xfrm>
              <a:off x="5589588" y="4795769"/>
              <a:ext cx="232444" cy="395232"/>
            </a:xfrm>
            <a:prstGeom prst="rect">
              <a:avLst/>
            </a:prstGeom>
            <a:solidFill>
              <a:srgbClr val="EFCAAE"/>
            </a:solidFill>
            <a:ln w="8438">
              <a:solidFill>
                <a:srgbClr val="FFFFFF"/>
              </a:solidFill>
            </a:ln>
            <a:effectLst/>
          </p:spPr>
          <p:txBody>
            <a:bodyPr rtlCol="0" anchor="ctr"/>
            <a:lstStyle/>
            <a:p>
              <a:pPr algn="ctr"/>
            </a:p>
          </p:txBody>
        </p:sp>
        <p:sp>
          <p:nvSpPr>
            <p:cNvPr id="21" name="deduplication | (d)  Producing an invalid string transformation"/>
            <p:cNvSpPr txBox="1"/>
            <p:nvPr/>
          </p:nvSpPr>
          <p:spPr>
            <a:xfrm>
              <a:off x="2435857" y="1481666"/>
              <a:ext cx="7331025" cy="475533"/>
            </a:xfrm>
            <a:prstGeom prst="rect">
              <a:avLst/>
            </a:prstGeom>
            <a:noFill/>
            <a:effectLst/>
          </p:spPr>
          <p:txBody>
            <a:bodyPr wrap="none" lIns="0" rIns="0" tIns="0" bIns="0" anchor="t">
              <a:noAutofit/>
            </a:bodyPr>
            <a:lstStyle/>
            <a:p>
              <a:pPr>
                <a:lnSpc>
                  <a:spcPct val="100000"/>
                </a:lnSpc>
                <a:spcBef>
                  <a:spcPts val="0"/>
                </a:spcBef>
                <a:spcAft>
                  <a:spcPts val="0"/>
                </a:spcAft>
              </a:pPr>
              <a:r>
                <a:rPr sz="2582" b="1">
                  <a:solidFill>
                    <a:srgbClr val="29231F"/>
                  </a:solidFill>
                  <a:latin typeface="Arial"/>
                </a:rPr>
                <a:t>(d)  Producing an invalid string transformation</a:t>
              </a:r>
            </a:p>
          </p:txBody>
        </p:sp>
        <p:sp>
          <p:nvSpPr>
            <p:cNvPr id="22" name="deduplication | A = -2.16    ·    rank 8/8"/>
            <p:cNvSpPr txBox="1"/>
            <p:nvPr/>
          </p:nvSpPr>
          <p:spPr>
            <a:xfrm>
              <a:off x="2435857" y="2018169"/>
              <a:ext cx="2977479" cy="417134"/>
            </a:xfrm>
            <a:prstGeom prst="rect">
              <a:avLst/>
            </a:prstGeom>
            <a:noFill/>
            <a:effectLst/>
          </p:spPr>
          <p:txBody>
            <a:bodyPr wrap="none" lIns="0" rIns="0" tIns="0" bIns="0" anchor="t">
              <a:noAutofit/>
            </a:bodyPr>
            <a:lstStyle/>
            <a:p>
              <a:pPr>
                <a:lnSpc>
                  <a:spcPct val="100000"/>
                </a:lnSpc>
                <a:spcBef>
                  <a:spcPts val="0"/>
                </a:spcBef>
                <a:spcAft>
                  <a:spcPts val="0"/>
                </a:spcAft>
              </a:pPr>
              <a:r>
                <a:rPr sz="2265" b="0">
                  <a:solidFill>
                    <a:srgbClr val="72665E"/>
                  </a:solidFill>
                  <a:latin typeface="Arial"/>
                </a:rPr>
                <a:t>A = -2.16    ·    rank 8/8</a:t>
              </a:r>
            </a:p>
          </p:txBody>
        </p:sp>
        <p:sp>
          <p:nvSpPr>
            <p:cNvPr id="23" name="deduplication | Prompt: Remove duplicate characters"/>
            <p:cNvSpPr txBox="1"/>
            <p:nvPr/>
          </p:nvSpPr>
          <p:spPr>
            <a:xfrm>
              <a:off x="2435857" y="2513207"/>
              <a:ext cx="4964863" cy="422696"/>
            </a:xfrm>
            <a:prstGeom prst="rect">
              <a:avLst/>
            </a:prstGeom>
            <a:noFill/>
            <a:effectLst/>
          </p:spPr>
          <p:txBody>
            <a:bodyPr wrap="none" lIns="0" rIns="0" tIns="0" bIns="0" anchor="t">
              <a:noAutofit/>
            </a:bodyPr>
            <a:lstStyle/>
            <a:p>
              <a:pPr>
                <a:lnSpc>
                  <a:spcPct val="100000"/>
                </a:lnSpc>
                <a:spcBef>
                  <a:spcPts val="0"/>
                </a:spcBef>
                <a:spcAft>
                  <a:spcPts val="0"/>
                </a:spcAft>
              </a:pPr>
              <a:r>
                <a:rPr sz="2295" b="0">
                  <a:solidFill>
                    <a:srgbClr val="72665E"/>
                  </a:solidFill>
                  <a:latin typeface="Arial"/>
                </a:rPr>
                <a:t>Prompt: Remove duplicate characters</a:t>
              </a:r>
            </a:p>
          </p:txBody>
        </p:sp>
        <p:sp>
          <p:nvSpPr>
            <p:cNvPr id="24" name="deduplication | from QFAWjYIbRIJWvLvKLmdNsW."/>
            <p:cNvSpPr txBox="1"/>
            <p:nvPr/>
          </p:nvSpPr>
          <p:spPr>
            <a:xfrm>
              <a:off x="2435857" y="2896779"/>
              <a:ext cx="4715541" cy="422696"/>
            </a:xfrm>
            <a:prstGeom prst="rect">
              <a:avLst/>
            </a:prstGeom>
            <a:noFill/>
            <a:effectLst/>
          </p:spPr>
          <p:txBody>
            <a:bodyPr wrap="none" lIns="0" rIns="0" tIns="0" bIns="0" anchor="t">
              <a:noAutofit/>
            </a:bodyPr>
            <a:lstStyle/>
            <a:p>
              <a:pPr>
                <a:lnSpc>
                  <a:spcPct val="100000"/>
                </a:lnSpc>
                <a:spcBef>
                  <a:spcPts val="0"/>
                </a:spcBef>
                <a:spcAft>
                  <a:spcPts val="0"/>
                </a:spcAft>
              </a:pPr>
              <a:r>
                <a:rPr sz="2295" b="0">
                  <a:solidFill>
                    <a:srgbClr val="72665E"/>
                  </a:solidFill>
                  <a:latin typeface="Arial"/>
                </a:rPr>
                <a:t>from QFAWjYIbRIJWvLvKLmdNsW.</a:t>
              </a:r>
            </a:p>
          </p:txBody>
        </p:sp>
        <p:sp>
          <p:nvSpPr>
            <p:cNvPr id="25" name="deduplication | …  here is the output"/>
            <p:cNvSpPr txBox="1"/>
            <p:nvPr/>
          </p:nvSpPr>
          <p:spPr>
            <a:xfrm>
              <a:off x="2435857" y="3529520"/>
              <a:ext cx="4506974" cy="511685"/>
            </a:xfrm>
            <a:prstGeom prst="rect">
              <a:avLst/>
            </a:prstGeom>
            <a:noFill/>
            <a:effectLst/>
          </p:spPr>
          <p:txBody>
            <a:bodyPr wrap="none" lIns="0" rIns="0" tIns="0" bIns="0" anchor="t">
              <a:noAutofit/>
            </a:bodyPr>
            <a:lstStyle/>
            <a:p>
              <a:pPr>
                <a:lnSpc>
                  <a:spcPct val="100000"/>
                </a:lnSpc>
                <a:spcBef>
                  <a:spcPts val="0"/>
                </a:spcBef>
                <a:spcAft>
                  <a:spcPts val="0"/>
                </a:spcAft>
              </a:pPr>
              <a:r>
                <a:rPr sz="2778" b="0">
                  <a:solidFill>
                    <a:srgbClr val="29231F"/>
                  </a:solidFill>
                  <a:latin typeface="Courier New"/>
                </a:rPr>
                <a:t>…  here is the output</a:t>
              </a:r>
            </a:p>
          </p:txBody>
        </p:sp>
        <p:sp>
          <p:nvSpPr>
            <p:cNvPr id="26" name="deduplication | without duplicate characters:"/>
            <p:cNvSpPr txBox="1"/>
            <p:nvPr/>
          </p:nvSpPr>
          <p:spPr>
            <a:xfrm>
              <a:off x="2435857" y="4143236"/>
              <a:ext cx="6194692" cy="511685"/>
            </a:xfrm>
            <a:prstGeom prst="rect">
              <a:avLst/>
            </a:prstGeom>
            <a:noFill/>
            <a:effectLst/>
          </p:spPr>
          <p:txBody>
            <a:bodyPr wrap="none" lIns="0" rIns="0" tIns="0" bIns="0" anchor="t">
              <a:noAutofit/>
            </a:bodyPr>
            <a:lstStyle/>
            <a:p>
              <a:pPr>
                <a:lnSpc>
                  <a:spcPct val="100000"/>
                </a:lnSpc>
                <a:spcBef>
                  <a:spcPts val="0"/>
                </a:spcBef>
                <a:spcAft>
                  <a:spcPts val="0"/>
                </a:spcAft>
              </a:pPr>
              <a:r>
                <a:rPr sz="2778" b="0">
                  <a:solidFill>
                    <a:srgbClr val="29231F"/>
                  </a:solidFill>
                  <a:latin typeface="Courier New"/>
                </a:rPr>
                <a:t>without duplicate characters:</a:t>
              </a:r>
            </a:p>
          </p:txBody>
        </p:sp>
        <p:sp>
          <p:nvSpPr>
            <p:cNvPr id="27" name="deduplication | QFAWjYIKmsNbvmdw"/>
            <p:cNvSpPr txBox="1"/>
            <p:nvPr/>
          </p:nvSpPr>
          <p:spPr>
            <a:xfrm>
              <a:off x="2435857" y="4756951"/>
              <a:ext cx="3452150" cy="511685"/>
            </a:xfrm>
            <a:prstGeom prst="rect">
              <a:avLst/>
            </a:prstGeom>
            <a:noFill/>
            <a:effectLst/>
          </p:spPr>
          <p:txBody>
            <a:bodyPr wrap="none" lIns="0" rIns="0" tIns="0" bIns="0" anchor="t">
              <a:noAutofit/>
            </a:bodyPr>
            <a:lstStyle/>
            <a:p>
              <a:pPr>
                <a:lnSpc>
                  <a:spcPct val="100000"/>
                </a:lnSpc>
                <a:spcBef>
                  <a:spcPts val="0"/>
                </a:spcBef>
                <a:spcAft>
                  <a:spcPts val="0"/>
                </a:spcAft>
              </a:pPr>
              <a:r>
                <a:rPr sz="2778" b="0">
                  <a:solidFill>
                    <a:srgbClr val="29231F"/>
                  </a:solidFill>
                  <a:latin typeface="Courier New"/>
                </a:rPr>
                <a:t>QFAWjYIKmsNbvmdw</a:t>
              </a:r>
            </a:p>
          </p:txBody>
        </p:sp>
        <p:sp>
          <p:nvSpPr>
            <p:cNvPr id="28" name="deduplication | Reference: QFAWjYIbRJvLKmdNs"/>
            <p:cNvSpPr txBox="1"/>
            <p:nvPr/>
          </p:nvSpPr>
          <p:spPr>
            <a:xfrm>
              <a:off x="2435857" y="5484741"/>
              <a:ext cx="4641224" cy="394887"/>
            </a:xfrm>
            <a:prstGeom prst="rect">
              <a:avLst/>
            </a:prstGeom>
            <a:noFill/>
            <a:effectLst/>
          </p:spPr>
          <p:txBody>
            <a:bodyPr wrap="none" lIns="0" rIns="0" tIns="0" bIns="0" anchor="t">
              <a:noAutofit/>
            </a:bodyPr>
            <a:lstStyle/>
            <a:p>
              <a:pPr>
                <a:lnSpc>
                  <a:spcPct val="100000"/>
                </a:lnSpc>
                <a:spcBef>
                  <a:spcPts val="0"/>
                </a:spcBef>
                <a:spcAft>
                  <a:spcPts val="0"/>
                </a:spcAft>
              </a:pPr>
              <a:r>
                <a:rPr sz="2144" b="0">
                  <a:solidFill>
                    <a:srgbClr val="72665E"/>
                  </a:solidFill>
                  <a:latin typeface="Courier New"/>
                </a:rPr>
                <a:t>Reference: QFAWjYIbRJvLKmdNs</a:t>
              </a:r>
            </a:p>
          </p:txBody>
        </p:sp>
      </p:grpSp>
      <p:sp>
        <p:nvSpPr>
          <p:cNvPr id="30" name="CASE (d)  /  NEGATIVE ADVANTAGE"/>
          <p:cNvSpPr txBox="1"/>
          <p:nvPr/>
        </p:nvSpPr>
        <p:spPr>
          <a:xfrm>
            <a:off x="564444" y="423333"/>
            <a:ext cx="11063111" cy="352777"/>
          </a:xfrm>
          <a:prstGeom prst="rect">
            <a:avLst/>
          </a:prstGeom>
          <a:noFill/>
          <a:effectLst/>
        </p:spPr>
        <p:txBody>
          <a:bodyPr wrap="none" lIns="0" rIns="0" tIns="0" bIns="0" anchor="t">
            <a:noAutofit/>
          </a:bodyPr>
          <a:lstStyle/>
          <a:p>
            <a:pPr>
              <a:lnSpc>
                <a:spcPct val="100000"/>
              </a:lnSpc>
              <a:spcBef>
                <a:spcPts val="0"/>
              </a:spcBef>
              <a:spcAft>
                <a:spcPts val="0"/>
              </a:spcAft>
            </a:pPr>
            <a:r>
              <a:rPr sz="1851" b="1">
                <a:solidFill>
                  <a:srgbClr val="9A4C30"/>
                </a:solidFill>
                <a:latin typeface="Arial"/>
              </a:rPr>
              <a:t>CASE (d)  /  NEGATIVE ADVANTAGE</a:t>
            </a:r>
          </a:p>
        </p:txBody>
      </p:sp>
      <p:sp>
        <p:nvSpPr>
          <p:cNvPr id="31" name="VPO · Qwen3-14B-Base · λ = 4"/>
          <p:cNvSpPr txBox="1"/>
          <p:nvPr/>
        </p:nvSpPr>
        <p:spPr>
          <a:xfrm>
            <a:off x="564444" y="823148"/>
            <a:ext cx="11063111" cy="282222"/>
          </a:xfrm>
          <a:prstGeom prst="rect">
            <a:avLst/>
          </a:prstGeom>
          <a:noFill/>
          <a:effectLst/>
        </p:spPr>
        <p:txBody>
          <a:bodyPr wrap="none" lIns="0" rIns="0" tIns="0" bIns="0" anchor="t">
            <a:noAutofit/>
          </a:bodyPr>
          <a:lstStyle/>
          <a:p>
            <a:pPr>
              <a:lnSpc>
                <a:spcPct val="100000"/>
              </a:lnSpc>
              <a:spcBef>
                <a:spcPts val="0"/>
              </a:spcBef>
              <a:spcAft>
                <a:spcPts val="0"/>
              </a:spcAft>
            </a:pPr>
            <a:r>
              <a:rPr sz="1481" b="0">
                <a:solidFill>
                  <a:srgbClr val="72665E"/>
                </a:solidFill>
                <a:latin typeface="Arial"/>
              </a:rPr>
              <a:t>VPO · Qwen3-14B-Base · λ = 4</a:t>
            </a:r>
          </a:p>
        </p:txBody>
      </p:sp>
      <p:sp>
        <p:nvSpPr>
          <p:cNvPr id="32" name="Same saved token weights and shared square-root color scale as th"/>
          <p:cNvSpPr txBox="1"/>
          <p:nvPr/>
        </p:nvSpPr>
        <p:spPr>
          <a:xfrm>
            <a:off x="564444" y="7949259"/>
            <a:ext cx="11063111" cy="268111"/>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Same saved token weights and shared square-root color scale as the overview.</a:t>
            </a:r>
          </a:p>
        </p:txBody>
      </p:sp>
      <p:cxnSp>
        <p:nvCxnSpPr>
          <p:cNvPr id="33" name="Rule or legend tick 0"/>
          <p:cNvCxnSpPr/>
          <p:nvPr/>
        </p:nvCxnSpPr>
        <p:spPr>
          <a:xfrm>
            <a:off x="564444" y="6820370"/>
            <a:ext cx="0" cy="58796"/>
          </a:xfrm>
          <a:prstGeom prst="line">
            <a:avLst/>
          </a:prstGeom>
          <a:ln w="11759">
            <a:solidFill>
              <a:srgbClr val="72665E"/>
            </a:solidFill>
          </a:ln>
          <a:effectLst/>
        </p:spPr>
      </p:cxnSp>
      <p:cxnSp>
        <p:nvCxnSpPr>
          <p:cNvPr id="34" name="Rule or legend tick 1"/>
          <p:cNvCxnSpPr/>
          <p:nvPr/>
        </p:nvCxnSpPr>
        <p:spPr>
          <a:xfrm>
            <a:off x="1481385" y="6820370"/>
            <a:ext cx="0" cy="58796"/>
          </a:xfrm>
          <a:prstGeom prst="line">
            <a:avLst/>
          </a:prstGeom>
          <a:ln w="11759">
            <a:solidFill>
              <a:srgbClr val="72665E"/>
            </a:solidFill>
          </a:ln>
          <a:effectLst/>
        </p:spPr>
      </p:cxnSp>
      <p:cxnSp>
        <p:nvCxnSpPr>
          <p:cNvPr id="35" name="Rule or legend tick 2"/>
          <p:cNvCxnSpPr/>
          <p:nvPr/>
        </p:nvCxnSpPr>
        <p:spPr>
          <a:xfrm>
            <a:off x="2152632" y="6820370"/>
            <a:ext cx="0" cy="58796"/>
          </a:xfrm>
          <a:prstGeom prst="line">
            <a:avLst/>
          </a:prstGeom>
          <a:ln w="11759">
            <a:solidFill>
              <a:srgbClr val="72665E"/>
            </a:solidFill>
          </a:ln>
          <a:effectLst/>
        </p:spPr>
      </p:cxnSp>
      <p:cxnSp>
        <p:nvCxnSpPr>
          <p:cNvPr id="36" name="Rule or legend tick 3"/>
          <p:cNvCxnSpPr/>
          <p:nvPr/>
        </p:nvCxnSpPr>
        <p:spPr>
          <a:xfrm>
            <a:off x="2990441" y="6820370"/>
            <a:ext cx="0" cy="58796"/>
          </a:xfrm>
          <a:prstGeom prst="line">
            <a:avLst/>
          </a:prstGeom>
          <a:ln w="11759">
            <a:solidFill>
              <a:srgbClr val="72665E"/>
            </a:solidFill>
          </a:ln>
          <a:effectLst/>
        </p:spPr>
      </p:cxnSp>
      <p:cxnSp>
        <p:nvCxnSpPr>
          <p:cNvPr id="37" name="Rule or legend tick 4"/>
          <p:cNvCxnSpPr/>
          <p:nvPr/>
        </p:nvCxnSpPr>
        <p:spPr>
          <a:xfrm>
            <a:off x="4115740" y="6820370"/>
            <a:ext cx="0" cy="58796"/>
          </a:xfrm>
          <a:prstGeom prst="line">
            <a:avLst/>
          </a:prstGeom>
          <a:ln w="11759">
            <a:solidFill>
              <a:srgbClr val="72665E"/>
            </a:solidFill>
          </a:ln>
          <a:effectLst/>
        </p:spPr>
      </p:cxnSp>
      <p:sp>
        <p:nvSpPr>
          <p:cNvPr id="38" name="Legend color 001"/>
          <p:cNvSpPr/>
          <p:nvPr/>
        </p:nvSpPr>
        <p:spPr>
          <a:xfrm>
            <a:off x="564444" y="6655740"/>
            <a:ext cx="28097" cy="164629"/>
          </a:xfrm>
          <a:prstGeom prst="rect">
            <a:avLst/>
          </a:prstGeom>
          <a:solidFill>
            <a:srgbClr val="FCF8F2"/>
          </a:solidFill>
          <a:ln>
            <a:noFill/>
          </a:ln>
          <a:effectLst/>
        </p:spPr>
        <p:txBody>
          <a:bodyPr rtlCol="0" anchor="ctr"/>
          <a:lstStyle/>
          <a:p>
            <a:pPr algn="ctr"/>
          </a:p>
        </p:txBody>
      </p:sp>
      <p:sp>
        <p:nvSpPr>
          <p:cNvPr id="39" name="Legend color 002"/>
          <p:cNvSpPr/>
          <p:nvPr/>
        </p:nvSpPr>
        <p:spPr>
          <a:xfrm>
            <a:off x="592188" y="6655740"/>
            <a:ext cx="28097" cy="164629"/>
          </a:xfrm>
          <a:prstGeom prst="rect">
            <a:avLst/>
          </a:prstGeom>
          <a:solidFill>
            <a:srgbClr val="FCF7F1"/>
          </a:solidFill>
          <a:ln>
            <a:noFill/>
          </a:ln>
          <a:effectLst/>
        </p:spPr>
        <p:txBody>
          <a:bodyPr rtlCol="0" anchor="ctr"/>
          <a:lstStyle/>
          <a:p>
            <a:pPr algn="ctr"/>
          </a:p>
        </p:txBody>
      </p:sp>
      <p:sp>
        <p:nvSpPr>
          <p:cNvPr id="40" name="Legend color 003"/>
          <p:cNvSpPr/>
          <p:nvPr/>
        </p:nvSpPr>
        <p:spPr>
          <a:xfrm>
            <a:off x="619933" y="6655740"/>
            <a:ext cx="28097" cy="164629"/>
          </a:xfrm>
          <a:prstGeom prst="rect">
            <a:avLst/>
          </a:prstGeom>
          <a:solidFill>
            <a:srgbClr val="FCF6F0"/>
          </a:solidFill>
          <a:ln>
            <a:noFill/>
          </a:ln>
          <a:effectLst/>
        </p:spPr>
        <p:txBody>
          <a:bodyPr rtlCol="0" anchor="ctr"/>
          <a:lstStyle/>
          <a:p>
            <a:pPr algn="ctr"/>
          </a:p>
        </p:txBody>
      </p:sp>
      <p:sp>
        <p:nvSpPr>
          <p:cNvPr id="41" name="Legend color 004"/>
          <p:cNvSpPr/>
          <p:nvPr/>
        </p:nvSpPr>
        <p:spPr>
          <a:xfrm>
            <a:off x="647677" y="6655740"/>
            <a:ext cx="28097" cy="164629"/>
          </a:xfrm>
          <a:prstGeom prst="rect">
            <a:avLst/>
          </a:prstGeom>
          <a:solidFill>
            <a:srgbClr val="FBF6EF"/>
          </a:solidFill>
          <a:ln>
            <a:noFill/>
          </a:ln>
          <a:effectLst/>
        </p:spPr>
        <p:txBody>
          <a:bodyPr rtlCol="0" anchor="ctr"/>
          <a:lstStyle/>
          <a:p>
            <a:pPr algn="ctr"/>
          </a:p>
        </p:txBody>
      </p:sp>
      <p:sp>
        <p:nvSpPr>
          <p:cNvPr id="42" name="Legend color 005"/>
          <p:cNvSpPr/>
          <p:nvPr/>
        </p:nvSpPr>
        <p:spPr>
          <a:xfrm>
            <a:off x="675422" y="6655740"/>
            <a:ext cx="28097" cy="164629"/>
          </a:xfrm>
          <a:prstGeom prst="rect">
            <a:avLst/>
          </a:prstGeom>
          <a:solidFill>
            <a:srgbClr val="FBF5EE"/>
          </a:solidFill>
          <a:ln>
            <a:noFill/>
          </a:ln>
          <a:effectLst/>
        </p:spPr>
        <p:txBody>
          <a:bodyPr rtlCol="0" anchor="ctr"/>
          <a:lstStyle/>
          <a:p>
            <a:pPr algn="ctr"/>
          </a:p>
        </p:txBody>
      </p:sp>
      <p:sp>
        <p:nvSpPr>
          <p:cNvPr id="43" name="Legend color 006"/>
          <p:cNvSpPr/>
          <p:nvPr/>
        </p:nvSpPr>
        <p:spPr>
          <a:xfrm>
            <a:off x="703166" y="6655740"/>
            <a:ext cx="28097" cy="164629"/>
          </a:xfrm>
          <a:prstGeom prst="rect">
            <a:avLst/>
          </a:prstGeom>
          <a:solidFill>
            <a:srgbClr val="FBF5ED"/>
          </a:solidFill>
          <a:ln>
            <a:noFill/>
          </a:ln>
          <a:effectLst/>
        </p:spPr>
        <p:txBody>
          <a:bodyPr rtlCol="0" anchor="ctr"/>
          <a:lstStyle/>
          <a:p>
            <a:pPr algn="ctr"/>
          </a:p>
        </p:txBody>
      </p:sp>
      <p:sp>
        <p:nvSpPr>
          <p:cNvPr id="44" name="Legend color 007"/>
          <p:cNvSpPr/>
          <p:nvPr/>
        </p:nvSpPr>
        <p:spPr>
          <a:xfrm>
            <a:off x="730911" y="6655740"/>
            <a:ext cx="28097" cy="164629"/>
          </a:xfrm>
          <a:prstGeom prst="rect">
            <a:avLst/>
          </a:prstGeom>
          <a:solidFill>
            <a:srgbClr val="FBF4EC"/>
          </a:solidFill>
          <a:ln>
            <a:noFill/>
          </a:ln>
          <a:effectLst/>
        </p:spPr>
        <p:txBody>
          <a:bodyPr rtlCol="0" anchor="ctr"/>
          <a:lstStyle/>
          <a:p>
            <a:pPr algn="ctr"/>
          </a:p>
        </p:txBody>
      </p:sp>
      <p:sp>
        <p:nvSpPr>
          <p:cNvPr id="45" name="Legend color 008"/>
          <p:cNvSpPr/>
          <p:nvPr/>
        </p:nvSpPr>
        <p:spPr>
          <a:xfrm>
            <a:off x="758655" y="6655740"/>
            <a:ext cx="28097" cy="164629"/>
          </a:xfrm>
          <a:prstGeom prst="rect">
            <a:avLst/>
          </a:prstGeom>
          <a:solidFill>
            <a:srgbClr val="FBF3EB"/>
          </a:solidFill>
          <a:ln>
            <a:noFill/>
          </a:ln>
          <a:effectLst/>
        </p:spPr>
        <p:txBody>
          <a:bodyPr rtlCol="0" anchor="ctr"/>
          <a:lstStyle/>
          <a:p>
            <a:pPr algn="ctr"/>
          </a:p>
        </p:txBody>
      </p:sp>
      <p:sp>
        <p:nvSpPr>
          <p:cNvPr id="46" name="Legend color 009"/>
          <p:cNvSpPr/>
          <p:nvPr/>
        </p:nvSpPr>
        <p:spPr>
          <a:xfrm>
            <a:off x="786400" y="6655740"/>
            <a:ext cx="28097" cy="164629"/>
          </a:xfrm>
          <a:prstGeom prst="rect">
            <a:avLst/>
          </a:prstGeom>
          <a:solidFill>
            <a:srgbClr val="FAF3EA"/>
          </a:solidFill>
          <a:ln>
            <a:noFill/>
          </a:ln>
          <a:effectLst/>
        </p:spPr>
        <p:txBody>
          <a:bodyPr rtlCol="0" anchor="ctr"/>
          <a:lstStyle/>
          <a:p>
            <a:pPr algn="ctr"/>
          </a:p>
        </p:txBody>
      </p:sp>
      <p:sp>
        <p:nvSpPr>
          <p:cNvPr id="47" name="Legend color 010"/>
          <p:cNvSpPr/>
          <p:nvPr/>
        </p:nvSpPr>
        <p:spPr>
          <a:xfrm>
            <a:off x="814144" y="6655740"/>
            <a:ext cx="28097" cy="164629"/>
          </a:xfrm>
          <a:prstGeom prst="rect">
            <a:avLst/>
          </a:prstGeom>
          <a:solidFill>
            <a:srgbClr val="FAF2E9"/>
          </a:solidFill>
          <a:ln>
            <a:noFill/>
          </a:ln>
          <a:effectLst/>
        </p:spPr>
        <p:txBody>
          <a:bodyPr rtlCol="0" anchor="ctr"/>
          <a:lstStyle/>
          <a:p>
            <a:pPr algn="ctr"/>
          </a:p>
        </p:txBody>
      </p:sp>
      <p:sp>
        <p:nvSpPr>
          <p:cNvPr id="48" name="Legend color 011"/>
          <p:cNvSpPr/>
          <p:nvPr/>
        </p:nvSpPr>
        <p:spPr>
          <a:xfrm>
            <a:off x="841889" y="6655740"/>
            <a:ext cx="28097" cy="164629"/>
          </a:xfrm>
          <a:prstGeom prst="rect">
            <a:avLst/>
          </a:prstGeom>
          <a:solidFill>
            <a:srgbClr val="FAF1E8"/>
          </a:solidFill>
          <a:ln>
            <a:noFill/>
          </a:ln>
          <a:effectLst/>
        </p:spPr>
        <p:txBody>
          <a:bodyPr rtlCol="0" anchor="ctr"/>
          <a:lstStyle/>
          <a:p>
            <a:pPr algn="ctr"/>
          </a:p>
        </p:txBody>
      </p:sp>
      <p:sp>
        <p:nvSpPr>
          <p:cNvPr id="49" name="Legend color 012"/>
          <p:cNvSpPr/>
          <p:nvPr/>
        </p:nvSpPr>
        <p:spPr>
          <a:xfrm>
            <a:off x="869633" y="6655740"/>
            <a:ext cx="28097" cy="164629"/>
          </a:xfrm>
          <a:prstGeom prst="rect">
            <a:avLst/>
          </a:prstGeom>
          <a:solidFill>
            <a:srgbClr val="FAF1E7"/>
          </a:solidFill>
          <a:ln>
            <a:noFill/>
          </a:ln>
          <a:effectLst/>
        </p:spPr>
        <p:txBody>
          <a:bodyPr rtlCol="0" anchor="ctr"/>
          <a:lstStyle/>
          <a:p>
            <a:pPr algn="ctr"/>
          </a:p>
        </p:txBody>
      </p:sp>
      <p:sp>
        <p:nvSpPr>
          <p:cNvPr id="50" name="Legend color 013"/>
          <p:cNvSpPr/>
          <p:nvPr/>
        </p:nvSpPr>
        <p:spPr>
          <a:xfrm>
            <a:off x="897378" y="6655740"/>
            <a:ext cx="28097" cy="164629"/>
          </a:xfrm>
          <a:prstGeom prst="rect">
            <a:avLst/>
          </a:prstGeom>
          <a:solidFill>
            <a:srgbClr val="FAF0E6"/>
          </a:solidFill>
          <a:ln>
            <a:noFill/>
          </a:ln>
          <a:effectLst/>
        </p:spPr>
        <p:txBody>
          <a:bodyPr rtlCol="0" anchor="ctr"/>
          <a:lstStyle/>
          <a:p>
            <a:pPr algn="ctr"/>
          </a:p>
        </p:txBody>
      </p:sp>
      <p:sp>
        <p:nvSpPr>
          <p:cNvPr id="51" name="Legend color 014"/>
          <p:cNvSpPr/>
          <p:nvPr/>
        </p:nvSpPr>
        <p:spPr>
          <a:xfrm>
            <a:off x="925122" y="6655740"/>
            <a:ext cx="28097" cy="164629"/>
          </a:xfrm>
          <a:prstGeom prst="rect">
            <a:avLst/>
          </a:prstGeom>
          <a:solidFill>
            <a:srgbClr val="F9F0E5"/>
          </a:solidFill>
          <a:ln>
            <a:noFill/>
          </a:ln>
          <a:effectLst/>
        </p:spPr>
        <p:txBody>
          <a:bodyPr rtlCol="0" anchor="ctr"/>
          <a:lstStyle/>
          <a:p>
            <a:pPr algn="ctr"/>
          </a:p>
        </p:txBody>
      </p:sp>
      <p:sp>
        <p:nvSpPr>
          <p:cNvPr id="52" name="Legend color 015"/>
          <p:cNvSpPr/>
          <p:nvPr/>
        </p:nvSpPr>
        <p:spPr>
          <a:xfrm>
            <a:off x="952867" y="6655740"/>
            <a:ext cx="28097" cy="164629"/>
          </a:xfrm>
          <a:prstGeom prst="rect">
            <a:avLst/>
          </a:prstGeom>
          <a:solidFill>
            <a:srgbClr val="F9EFE4"/>
          </a:solidFill>
          <a:ln>
            <a:noFill/>
          </a:ln>
          <a:effectLst/>
        </p:spPr>
        <p:txBody>
          <a:bodyPr rtlCol="0" anchor="ctr"/>
          <a:lstStyle/>
          <a:p>
            <a:pPr algn="ctr"/>
          </a:p>
        </p:txBody>
      </p:sp>
      <p:sp>
        <p:nvSpPr>
          <p:cNvPr id="53" name="Legend color 016"/>
          <p:cNvSpPr/>
          <p:nvPr/>
        </p:nvSpPr>
        <p:spPr>
          <a:xfrm>
            <a:off x="980611" y="6655740"/>
            <a:ext cx="28097" cy="164629"/>
          </a:xfrm>
          <a:prstGeom prst="rect">
            <a:avLst/>
          </a:prstGeom>
          <a:solidFill>
            <a:srgbClr val="F9EEE3"/>
          </a:solidFill>
          <a:ln>
            <a:noFill/>
          </a:ln>
          <a:effectLst/>
        </p:spPr>
        <p:txBody>
          <a:bodyPr rtlCol="0" anchor="ctr"/>
          <a:lstStyle/>
          <a:p>
            <a:pPr algn="ctr"/>
          </a:p>
        </p:txBody>
      </p:sp>
      <p:sp>
        <p:nvSpPr>
          <p:cNvPr id="54" name="Legend color 017"/>
          <p:cNvSpPr/>
          <p:nvPr/>
        </p:nvSpPr>
        <p:spPr>
          <a:xfrm>
            <a:off x="1008356" y="6655740"/>
            <a:ext cx="28097" cy="164629"/>
          </a:xfrm>
          <a:prstGeom prst="rect">
            <a:avLst/>
          </a:prstGeom>
          <a:solidFill>
            <a:srgbClr val="F9EEE2"/>
          </a:solidFill>
          <a:ln>
            <a:noFill/>
          </a:ln>
          <a:effectLst/>
        </p:spPr>
        <p:txBody>
          <a:bodyPr rtlCol="0" anchor="ctr"/>
          <a:lstStyle/>
          <a:p>
            <a:pPr algn="ctr"/>
          </a:p>
        </p:txBody>
      </p:sp>
      <p:sp>
        <p:nvSpPr>
          <p:cNvPr id="55" name="Legend color 018"/>
          <p:cNvSpPr/>
          <p:nvPr/>
        </p:nvSpPr>
        <p:spPr>
          <a:xfrm>
            <a:off x="1036100" y="6655740"/>
            <a:ext cx="28097" cy="164629"/>
          </a:xfrm>
          <a:prstGeom prst="rect">
            <a:avLst/>
          </a:prstGeom>
          <a:solidFill>
            <a:srgbClr val="F9EDE1"/>
          </a:solidFill>
          <a:ln>
            <a:noFill/>
          </a:ln>
          <a:effectLst/>
        </p:spPr>
        <p:txBody>
          <a:bodyPr rtlCol="0" anchor="ctr"/>
          <a:lstStyle/>
          <a:p>
            <a:pPr algn="ctr"/>
          </a:p>
        </p:txBody>
      </p:sp>
      <p:sp>
        <p:nvSpPr>
          <p:cNvPr id="56" name="Legend color 019"/>
          <p:cNvSpPr/>
          <p:nvPr/>
        </p:nvSpPr>
        <p:spPr>
          <a:xfrm>
            <a:off x="1063845" y="6655740"/>
            <a:ext cx="28097" cy="164629"/>
          </a:xfrm>
          <a:prstGeom prst="rect">
            <a:avLst/>
          </a:prstGeom>
          <a:solidFill>
            <a:srgbClr val="F8ECE0"/>
          </a:solidFill>
          <a:ln>
            <a:noFill/>
          </a:ln>
          <a:effectLst/>
        </p:spPr>
        <p:txBody>
          <a:bodyPr rtlCol="0" anchor="ctr"/>
          <a:lstStyle/>
          <a:p>
            <a:pPr algn="ctr"/>
          </a:p>
        </p:txBody>
      </p:sp>
      <p:sp>
        <p:nvSpPr>
          <p:cNvPr id="57" name="Legend color 020"/>
          <p:cNvSpPr/>
          <p:nvPr/>
        </p:nvSpPr>
        <p:spPr>
          <a:xfrm>
            <a:off x="1091589" y="6655740"/>
            <a:ext cx="28097" cy="164629"/>
          </a:xfrm>
          <a:prstGeom prst="rect">
            <a:avLst/>
          </a:prstGeom>
          <a:solidFill>
            <a:srgbClr val="F8ECDF"/>
          </a:solidFill>
          <a:ln>
            <a:noFill/>
          </a:ln>
          <a:effectLst/>
        </p:spPr>
        <p:txBody>
          <a:bodyPr rtlCol="0" anchor="ctr"/>
          <a:lstStyle/>
          <a:p>
            <a:pPr algn="ctr"/>
          </a:p>
        </p:txBody>
      </p:sp>
      <p:sp>
        <p:nvSpPr>
          <p:cNvPr id="58" name="Legend color 021"/>
          <p:cNvSpPr/>
          <p:nvPr/>
        </p:nvSpPr>
        <p:spPr>
          <a:xfrm>
            <a:off x="1119334" y="6655740"/>
            <a:ext cx="28097" cy="164629"/>
          </a:xfrm>
          <a:prstGeom prst="rect">
            <a:avLst/>
          </a:prstGeom>
          <a:solidFill>
            <a:srgbClr val="F8EBDE"/>
          </a:solidFill>
          <a:ln>
            <a:noFill/>
          </a:ln>
          <a:effectLst/>
        </p:spPr>
        <p:txBody>
          <a:bodyPr rtlCol="0" anchor="ctr"/>
          <a:lstStyle/>
          <a:p>
            <a:pPr algn="ctr"/>
          </a:p>
        </p:txBody>
      </p:sp>
      <p:sp>
        <p:nvSpPr>
          <p:cNvPr id="59" name="Legend color 022"/>
          <p:cNvSpPr/>
          <p:nvPr/>
        </p:nvSpPr>
        <p:spPr>
          <a:xfrm>
            <a:off x="1147078" y="6655740"/>
            <a:ext cx="28097" cy="164629"/>
          </a:xfrm>
          <a:prstGeom prst="rect">
            <a:avLst/>
          </a:prstGeom>
          <a:solidFill>
            <a:srgbClr val="F8EBDD"/>
          </a:solidFill>
          <a:ln>
            <a:noFill/>
          </a:ln>
          <a:effectLst/>
        </p:spPr>
        <p:txBody>
          <a:bodyPr rtlCol="0" anchor="ctr"/>
          <a:lstStyle/>
          <a:p>
            <a:pPr algn="ctr"/>
          </a:p>
        </p:txBody>
      </p:sp>
      <p:sp>
        <p:nvSpPr>
          <p:cNvPr id="60" name="Legend color 023"/>
          <p:cNvSpPr/>
          <p:nvPr/>
        </p:nvSpPr>
        <p:spPr>
          <a:xfrm>
            <a:off x="1174823" y="6655740"/>
            <a:ext cx="28097" cy="164629"/>
          </a:xfrm>
          <a:prstGeom prst="rect">
            <a:avLst/>
          </a:prstGeom>
          <a:solidFill>
            <a:srgbClr val="F8EADC"/>
          </a:solidFill>
          <a:ln>
            <a:noFill/>
          </a:ln>
          <a:effectLst/>
        </p:spPr>
        <p:txBody>
          <a:bodyPr rtlCol="0" anchor="ctr"/>
          <a:lstStyle/>
          <a:p>
            <a:pPr algn="ctr"/>
          </a:p>
        </p:txBody>
      </p:sp>
      <p:sp>
        <p:nvSpPr>
          <p:cNvPr id="61" name="Legend color 024"/>
          <p:cNvSpPr/>
          <p:nvPr/>
        </p:nvSpPr>
        <p:spPr>
          <a:xfrm>
            <a:off x="1202567" y="6655740"/>
            <a:ext cx="28097" cy="164629"/>
          </a:xfrm>
          <a:prstGeom prst="rect">
            <a:avLst/>
          </a:prstGeom>
          <a:solidFill>
            <a:srgbClr val="F7E9DB"/>
          </a:solidFill>
          <a:ln>
            <a:noFill/>
          </a:ln>
          <a:effectLst/>
        </p:spPr>
        <p:txBody>
          <a:bodyPr rtlCol="0" anchor="ctr"/>
          <a:lstStyle/>
          <a:p>
            <a:pPr algn="ctr"/>
          </a:p>
        </p:txBody>
      </p:sp>
      <p:sp>
        <p:nvSpPr>
          <p:cNvPr id="62" name="Legend color 025"/>
          <p:cNvSpPr/>
          <p:nvPr/>
        </p:nvSpPr>
        <p:spPr>
          <a:xfrm>
            <a:off x="1230312" y="6655740"/>
            <a:ext cx="28097" cy="164629"/>
          </a:xfrm>
          <a:prstGeom prst="rect">
            <a:avLst/>
          </a:prstGeom>
          <a:solidFill>
            <a:srgbClr val="F7E9DA"/>
          </a:solidFill>
          <a:ln>
            <a:noFill/>
          </a:ln>
          <a:effectLst/>
        </p:spPr>
        <p:txBody>
          <a:bodyPr rtlCol="0" anchor="ctr"/>
          <a:lstStyle/>
          <a:p>
            <a:pPr algn="ctr"/>
          </a:p>
        </p:txBody>
      </p:sp>
      <p:sp>
        <p:nvSpPr>
          <p:cNvPr id="63" name="Legend color 026"/>
          <p:cNvSpPr/>
          <p:nvPr/>
        </p:nvSpPr>
        <p:spPr>
          <a:xfrm>
            <a:off x="1258057" y="6655740"/>
            <a:ext cx="28097" cy="164629"/>
          </a:xfrm>
          <a:prstGeom prst="rect">
            <a:avLst/>
          </a:prstGeom>
          <a:solidFill>
            <a:srgbClr val="F7E8D9"/>
          </a:solidFill>
          <a:ln>
            <a:noFill/>
          </a:ln>
          <a:effectLst/>
        </p:spPr>
        <p:txBody>
          <a:bodyPr rtlCol="0" anchor="ctr"/>
          <a:lstStyle/>
          <a:p>
            <a:pPr algn="ctr"/>
          </a:p>
        </p:txBody>
      </p:sp>
      <p:sp>
        <p:nvSpPr>
          <p:cNvPr id="64" name="Legend color 027"/>
          <p:cNvSpPr/>
          <p:nvPr/>
        </p:nvSpPr>
        <p:spPr>
          <a:xfrm>
            <a:off x="1285801" y="6655740"/>
            <a:ext cx="28097" cy="164629"/>
          </a:xfrm>
          <a:prstGeom prst="rect">
            <a:avLst/>
          </a:prstGeom>
          <a:solidFill>
            <a:srgbClr val="F7E7D8"/>
          </a:solidFill>
          <a:ln>
            <a:noFill/>
          </a:ln>
          <a:effectLst/>
        </p:spPr>
        <p:txBody>
          <a:bodyPr rtlCol="0" anchor="ctr"/>
          <a:lstStyle/>
          <a:p>
            <a:pPr algn="ctr"/>
          </a:p>
        </p:txBody>
      </p:sp>
      <p:sp>
        <p:nvSpPr>
          <p:cNvPr id="65" name="Legend color 028"/>
          <p:cNvSpPr/>
          <p:nvPr/>
        </p:nvSpPr>
        <p:spPr>
          <a:xfrm>
            <a:off x="1313546" y="6655740"/>
            <a:ext cx="28097" cy="164629"/>
          </a:xfrm>
          <a:prstGeom prst="rect">
            <a:avLst/>
          </a:prstGeom>
          <a:solidFill>
            <a:srgbClr val="F7E6D6"/>
          </a:solidFill>
          <a:ln>
            <a:noFill/>
          </a:ln>
          <a:effectLst/>
        </p:spPr>
        <p:txBody>
          <a:bodyPr rtlCol="0" anchor="ctr"/>
          <a:lstStyle/>
          <a:p>
            <a:pPr algn="ctr"/>
          </a:p>
        </p:txBody>
      </p:sp>
      <p:sp>
        <p:nvSpPr>
          <p:cNvPr id="66" name="Legend color 029"/>
          <p:cNvSpPr/>
          <p:nvPr/>
        </p:nvSpPr>
        <p:spPr>
          <a:xfrm>
            <a:off x="1341290" y="6655740"/>
            <a:ext cx="28097" cy="164629"/>
          </a:xfrm>
          <a:prstGeom prst="rect">
            <a:avLst/>
          </a:prstGeom>
          <a:solidFill>
            <a:srgbClr val="F6E5D5"/>
          </a:solidFill>
          <a:ln>
            <a:noFill/>
          </a:ln>
          <a:effectLst/>
        </p:spPr>
        <p:txBody>
          <a:bodyPr rtlCol="0" anchor="ctr"/>
          <a:lstStyle/>
          <a:p>
            <a:pPr algn="ctr"/>
          </a:p>
        </p:txBody>
      </p:sp>
      <p:sp>
        <p:nvSpPr>
          <p:cNvPr id="67" name="Legend color 030"/>
          <p:cNvSpPr/>
          <p:nvPr/>
        </p:nvSpPr>
        <p:spPr>
          <a:xfrm>
            <a:off x="1369035" y="6655740"/>
            <a:ext cx="28097" cy="164629"/>
          </a:xfrm>
          <a:prstGeom prst="rect">
            <a:avLst/>
          </a:prstGeom>
          <a:solidFill>
            <a:srgbClr val="F6E4D4"/>
          </a:solidFill>
          <a:ln>
            <a:noFill/>
          </a:ln>
          <a:effectLst/>
        </p:spPr>
        <p:txBody>
          <a:bodyPr rtlCol="0" anchor="ctr"/>
          <a:lstStyle/>
          <a:p>
            <a:pPr algn="ctr"/>
          </a:p>
        </p:txBody>
      </p:sp>
      <p:sp>
        <p:nvSpPr>
          <p:cNvPr id="68" name="Legend color 031"/>
          <p:cNvSpPr/>
          <p:nvPr/>
        </p:nvSpPr>
        <p:spPr>
          <a:xfrm>
            <a:off x="1396779" y="6655740"/>
            <a:ext cx="28097" cy="164629"/>
          </a:xfrm>
          <a:prstGeom prst="rect">
            <a:avLst/>
          </a:prstGeom>
          <a:solidFill>
            <a:srgbClr val="F6E4D2"/>
          </a:solidFill>
          <a:ln>
            <a:noFill/>
          </a:ln>
          <a:effectLst/>
        </p:spPr>
        <p:txBody>
          <a:bodyPr rtlCol="0" anchor="ctr"/>
          <a:lstStyle/>
          <a:p>
            <a:pPr algn="ctr"/>
          </a:p>
        </p:txBody>
      </p:sp>
      <p:sp>
        <p:nvSpPr>
          <p:cNvPr id="69" name="Legend color 032"/>
          <p:cNvSpPr/>
          <p:nvPr/>
        </p:nvSpPr>
        <p:spPr>
          <a:xfrm>
            <a:off x="1424524" y="6655740"/>
            <a:ext cx="28097" cy="164629"/>
          </a:xfrm>
          <a:prstGeom prst="rect">
            <a:avLst/>
          </a:prstGeom>
          <a:solidFill>
            <a:srgbClr val="F6E3D1"/>
          </a:solidFill>
          <a:ln>
            <a:noFill/>
          </a:ln>
          <a:effectLst/>
        </p:spPr>
        <p:txBody>
          <a:bodyPr rtlCol="0" anchor="ctr"/>
          <a:lstStyle/>
          <a:p>
            <a:pPr algn="ctr"/>
          </a:p>
        </p:txBody>
      </p:sp>
      <p:sp>
        <p:nvSpPr>
          <p:cNvPr id="70" name="Legend color 033"/>
          <p:cNvSpPr/>
          <p:nvPr/>
        </p:nvSpPr>
        <p:spPr>
          <a:xfrm>
            <a:off x="1452268" y="6655740"/>
            <a:ext cx="28097" cy="164629"/>
          </a:xfrm>
          <a:prstGeom prst="rect">
            <a:avLst/>
          </a:prstGeom>
          <a:solidFill>
            <a:srgbClr val="F5E2D0"/>
          </a:solidFill>
          <a:ln>
            <a:noFill/>
          </a:ln>
          <a:effectLst/>
        </p:spPr>
        <p:txBody>
          <a:bodyPr rtlCol="0" anchor="ctr"/>
          <a:lstStyle/>
          <a:p>
            <a:pPr algn="ctr"/>
          </a:p>
        </p:txBody>
      </p:sp>
      <p:sp>
        <p:nvSpPr>
          <p:cNvPr id="71" name="Legend color 034"/>
          <p:cNvSpPr/>
          <p:nvPr/>
        </p:nvSpPr>
        <p:spPr>
          <a:xfrm>
            <a:off x="1480013" y="6655740"/>
            <a:ext cx="28097" cy="164629"/>
          </a:xfrm>
          <a:prstGeom prst="rect">
            <a:avLst/>
          </a:prstGeom>
          <a:solidFill>
            <a:srgbClr val="F5E1CE"/>
          </a:solidFill>
          <a:ln>
            <a:noFill/>
          </a:ln>
          <a:effectLst/>
        </p:spPr>
        <p:txBody>
          <a:bodyPr rtlCol="0" anchor="ctr"/>
          <a:lstStyle/>
          <a:p>
            <a:pPr algn="ctr"/>
          </a:p>
        </p:txBody>
      </p:sp>
      <p:sp>
        <p:nvSpPr>
          <p:cNvPr id="72" name="Legend color 035"/>
          <p:cNvSpPr/>
          <p:nvPr/>
        </p:nvSpPr>
        <p:spPr>
          <a:xfrm>
            <a:off x="1507757" y="6655740"/>
            <a:ext cx="28097" cy="164629"/>
          </a:xfrm>
          <a:prstGeom prst="rect">
            <a:avLst/>
          </a:prstGeom>
          <a:solidFill>
            <a:srgbClr val="F5E0CD"/>
          </a:solidFill>
          <a:ln>
            <a:noFill/>
          </a:ln>
          <a:effectLst/>
        </p:spPr>
        <p:txBody>
          <a:bodyPr rtlCol="0" anchor="ctr"/>
          <a:lstStyle/>
          <a:p>
            <a:pPr algn="ctr"/>
          </a:p>
        </p:txBody>
      </p:sp>
      <p:sp>
        <p:nvSpPr>
          <p:cNvPr id="73" name="Legend color 036"/>
          <p:cNvSpPr/>
          <p:nvPr/>
        </p:nvSpPr>
        <p:spPr>
          <a:xfrm>
            <a:off x="1535502" y="6655740"/>
            <a:ext cx="28097" cy="164629"/>
          </a:xfrm>
          <a:prstGeom prst="rect">
            <a:avLst/>
          </a:prstGeom>
          <a:solidFill>
            <a:srgbClr val="F5DFCC"/>
          </a:solidFill>
          <a:ln>
            <a:noFill/>
          </a:ln>
          <a:effectLst/>
        </p:spPr>
        <p:txBody>
          <a:bodyPr rtlCol="0" anchor="ctr"/>
          <a:lstStyle/>
          <a:p>
            <a:pPr algn="ctr"/>
          </a:p>
        </p:txBody>
      </p:sp>
      <p:sp>
        <p:nvSpPr>
          <p:cNvPr id="74" name="Legend color 037"/>
          <p:cNvSpPr/>
          <p:nvPr/>
        </p:nvSpPr>
        <p:spPr>
          <a:xfrm>
            <a:off x="1563246" y="6655740"/>
            <a:ext cx="28097" cy="164629"/>
          </a:xfrm>
          <a:prstGeom prst="rect">
            <a:avLst/>
          </a:prstGeom>
          <a:solidFill>
            <a:srgbClr val="F4DECA"/>
          </a:solidFill>
          <a:ln>
            <a:noFill/>
          </a:ln>
          <a:effectLst/>
        </p:spPr>
        <p:txBody>
          <a:bodyPr rtlCol="0" anchor="ctr"/>
          <a:lstStyle/>
          <a:p>
            <a:pPr algn="ctr"/>
          </a:p>
        </p:txBody>
      </p:sp>
      <p:sp>
        <p:nvSpPr>
          <p:cNvPr id="75" name="Legend color 038"/>
          <p:cNvSpPr/>
          <p:nvPr/>
        </p:nvSpPr>
        <p:spPr>
          <a:xfrm>
            <a:off x="1590991" y="6655740"/>
            <a:ext cx="28097" cy="164629"/>
          </a:xfrm>
          <a:prstGeom prst="rect">
            <a:avLst/>
          </a:prstGeom>
          <a:solidFill>
            <a:srgbClr val="F4DDC9"/>
          </a:solidFill>
          <a:ln>
            <a:noFill/>
          </a:ln>
          <a:effectLst/>
        </p:spPr>
        <p:txBody>
          <a:bodyPr rtlCol="0" anchor="ctr"/>
          <a:lstStyle/>
          <a:p>
            <a:pPr algn="ctr"/>
          </a:p>
        </p:txBody>
      </p:sp>
      <p:sp>
        <p:nvSpPr>
          <p:cNvPr id="76" name="Legend color 039"/>
          <p:cNvSpPr/>
          <p:nvPr/>
        </p:nvSpPr>
        <p:spPr>
          <a:xfrm>
            <a:off x="1618735" y="6655740"/>
            <a:ext cx="28097" cy="164629"/>
          </a:xfrm>
          <a:prstGeom prst="rect">
            <a:avLst/>
          </a:prstGeom>
          <a:solidFill>
            <a:srgbClr val="F4DCC8"/>
          </a:solidFill>
          <a:ln>
            <a:noFill/>
          </a:ln>
          <a:effectLst/>
        </p:spPr>
        <p:txBody>
          <a:bodyPr rtlCol="0" anchor="ctr"/>
          <a:lstStyle/>
          <a:p>
            <a:pPr algn="ctr"/>
          </a:p>
        </p:txBody>
      </p:sp>
      <p:sp>
        <p:nvSpPr>
          <p:cNvPr id="77" name="Legend color 040"/>
          <p:cNvSpPr/>
          <p:nvPr/>
        </p:nvSpPr>
        <p:spPr>
          <a:xfrm>
            <a:off x="1646480" y="6655740"/>
            <a:ext cx="28097" cy="164629"/>
          </a:xfrm>
          <a:prstGeom prst="rect">
            <a:avLst/>
          </a:prstGeom>
          <a:solidFill>
            <a:srgbClr val="F4DBC6"/>
          </a:solidFill>
          <a:ln>
            <a:noFill/>
          </a:ln>
          <a:effectLst/>
        </p:spPr>
        <p:txBody>
          <a:bodyPr rtlCol="0" anchor="ctr"/>
          <a:lstStyle/>
          <a:p>
            <a:pPr algn="ctr"/>
          </a:p>
        </p:txBody>
      </p:sp>
      <p:sp>
        <p:nvSpPr>
          <p:cNvPr id="78" name="Legend color 041"/>
          <p:cNvSpPr/>
          <p:nvPr/>
        </p:nvSpPr>
        <p:spPr>
          <a:xfrm>
            <a:off x="1674224" y="6655740"/>
            <a:ext cx="28097" cy="164629"/>
          </a:xfrm>
          <a:prstGeom prst="rect">
            <a:avLst/>
          </a:prstGeom>
          <a:solidFill>
            <a:srgbClr val="F3DBC5"/>
          </a:solidFill>
          <a:ln>
            <a:noFill/>
          </a:ln>
          <a:effectLst/>
        </p:spPr>
        <p:txBody>
          <a:bodyPr rtlCol="0" anchor="ctr"/>
          <a:lstStyle/>
          <a:p>
            <a:pPr algn="ctr"/>
          </a:p>
        </p:txBody>
      </p:sp>
      <p:sp>
        <p:nvSpPr>
          <p:cNvPr id="79" name="Legend color 042"/>
          <p:cNvSpPr/>
          <p:nvPr/>
        </p:nvSpPr>
        <p:spPr>
          <a:xfrm>
            <a:off x="1701969" y="6655740"/>
            <a:ext cx="28097" cy="164629"/>
          </a:xfrm>
          <a:prstGeom prst="rect">
            <a:avLst/>
          </a:prstGeom>
          <a:solidFill>
            <a:srgbClr val="F3DAC4"/>
          </a:solidFill>
          <a:ln>
            <a:noFill/>
          </a:ln>
          <a:effectLst/>
        </p:spPr>
        <p:txBody>
          <a:bodyPr rtlCol="0" anchor="ctr"/>
          <a:lstStyle/>
          <a:p>
            <a:pPr algn="ctr"/>
          </a:p>
        </p:txBody>
      </p:sp>
      <p:sp>
        <p:nvSpPr>
          <p:cNvPr id="80" name="Legend color 043"/>
          <p:cNvSpPr/>
          <p:nvPr/>
        </p:nvSpPr>
        <p:spPr>
          <a:xfrm>
            <a:off x="1729713" y="6655740"/>
            <a:ext cx="28097" cy="164629"/>
          </a:xfrm>
          <a:prstGeom prst="rect">
            <a:avLst/>
          </a:prstGeom>
          <a:solidFill>
            <a:srgbClr val="F3D9C2"/>
          </a:solidFill>
          <a:ln>
            <a:noFill/>
          </a:ln>
          <a:effectLst/>
        </p:spPr>
        <p:txBody>
          <a:bodyPr rtlCol="0" anchor="ctr"/>
          <a:lstStyle/>
          <a:p>
            <a:pPr algn="ctr"/>
          </a:p>
        </p:txBody>
      </p:sp>
      <p:sp>
        <p:nvSpPr>
          <p:cNvPr id="81" name="Legend color 044"/>
          <p:cNvSpPr/>
          <p:nvPr/>
        </p:nvSpPr>
        <p:spPr>
          <a:xfrm>
            <a:off x="1757458" y="6655740"/>
            <a:ext cx="28097" cy="164629"/>
          </a:xfrm>
          <a:prstGeom prst="rect">
            <a:avLst/>
          </a:prstGeom>
          <a:solidFill>
            <a:srgbClr val="F3D8C1"/>
          </a:solidFill>
          <a:ln>
            <a:noFill/>
          </a:ln>
          <a:effectLst/>
        </p:spPr>
        <p:txBody>
          <a:bodyPr rtlCol="0" anchor="ctr"/>
          <a:lstStyle/>
          <a:p>
            <a:pPr algn="ctr"/>
          </a:p>
        </p:txBody>
      </p:sp>
      <p:sp>
        <p:nvSpPr>
          <p:cNvPr id="82" name="Legend color 045"/>
          <p:cNvSpPr/>
          <p:nvPr/>
        </p:nvSpPr>
        <p:spPr>
          <a:xfrm>
            <a:off x="1785202" y="6655740"/>
            <a:ext cx="28097" cy="164629"/>
          </a:xfrm>
          <a:prstGeom prst="rect">
            <a:avLst/>
          </a:prstGeom>
          <a:solidFill>
            <a:srgbClr val="F3D7C0"/>
          </a:solidFill>
          <a:ln>
            <a:noFill/>
          </a:ln>
          <a:effectLst/>
        </p:spPr>
        <p:txBody>
          <a:bodyPr rtlCol="0" anchor="ctr"/>
          <a:lstStyle/>
          <a:p>
            <a:pPr algn="ctr"/>
          </a:p>
        </p:txBody>
      </p:sp>
      <p:sp>
        <p:nvSpPr>
          <p:cNvPr id="83" name="Legend color 046"/>
          <p:cNvSpPr/>
          <p:nvPr/>
        </p:nvSpPr>
        <p:spPr>
          <a:xfrm>
            <a:off x="1812947" y="6655740"/>
            <a:ext cx="28097" cy="164629"/>
          </a:xfrm>
          <a:prstGeom prst="rect">
            <a:avLst/>
          </a:prstGeom>
          <a:solidFill>
            <a:srgbClr val="F2D6BF"/>
          </a:solidFill>
          <a:ln>
            <a:noFill/>
          </a:ln>
          <a:effectLst/>
        </p:spPr>
        <p:txBody>
          <a:bodyPr rtlCol="0" anchor="ctr"/>
          <a:lstStyle/>
          <a:p>
            <a:pPr algn="ctr"/>
          </a:p>
        </p:txBody>
      </p:sp>
      <p:sp>
        <p:nvSpPr>
          <p:cNvPr id="84" name="Legend color 047"/>
          <p:cNvSpPr/>
          <p:nvPr/>
        </p:nvSpPr>
        <p:spPr>
          <a:xfrm>
            <a:off x="1840691" y="6655740"/>
            <a:ext cx="28097" cy="164629"/>
          </a:xfrm>
          <a:prstGeom prst="rect">
            <a:avLst/>
          </a:prstGeom>
          <a:solidFill>
            <a:srgbClr val="F2D5BD"/>
          </a:solidFill>
          <a:ln>
            <a:noFill/>
          </a:ln>
          <a:effectLst/>
        </p:spPr>
        <p:txBody>
          <a:bodyPr rtlCol="0" anchor="ctr"/>
          <a:lstStyle/>
          <a:p>
            <a:pPr algn="ctr"/>
          </a:p>
        </p:txBody>
      </p:sp>
      <p:sp>
        <p:nvSpPr>
          <p:cNvPr id="85" name="Legend color 048"/>
          <p:cNvSpPr/>
          <p:nvPr/>
        </p:nvSpPr>
        <p:spPr>
          <a:xfrm>
            <a:off x="1868436" y="6655740"/>
            <a:ext cx="28097" cy="164629"/>
          </a:xfrm>
          <a:prstGeom prst="rect">
            <a:avLst/>
          </a:prstGeom>
          <a:solidFill>
            <a:srgbClr val="F2D4BC"/>
          </a:solidFill>
          <a:ln>
            <a:noFill/>
          </a:ln>
          <a:effectLst/>
        </p:spPr>
        <p:txBody>
          <a:bodyPr rtlCol="0" anchor="ctr"/>
          <a:lstStyle/>
          <a:p>
            <a:pPr algn="ctr"/>
          </a:p>
        </p:txBody>
      </p:sp>
      <p:sp>
        <p:nvSpPr>
          <p:cNvPr id="86" name="Legend color 049"/>
          <p:cNvSpPr/>
          <p:nvPr/>
        </p:nvSpPr>
        <p:spPr>
          <a:xfrm>
            <a:off x="1896180" y="6655740"/>
            <a:ext cx="28097" cy="164629"/>
          </a:xfrm>
          <a:prstGeom prst="rect">
            <a:avLst/>
          </a:prstGeom>
          <a:solidFill>
            <a:srgbClr val="F2D3BB"/>
          </a:solidFill>
          <a:ln>
            <a:noFill/>
          </a:ln>
          <a:effectLst/>
        </p:spPr>
        <p:txBody>
          <a:bodyPr rtlCol="0" anchor="ctr"/>
          <a:lstStyle/>
          <a:p>
            <a:pPr algn="ctr"/>
          </a:p>
        </p:txBody>
      </p:sp>
      <p:sp>
        <p:nvSpPr>
          <p:cNvPr id="87" name="Legend color 050"/>
          <p:cNvSpPr/>
          <p:nvPr/>
        </p:nvSpPr>
        <p:spPr>
          <a:xfrm>
            <a:off x="1923925" y="6655740"/>
            <a:ext cx="28097" cy="164629"/>
          </a:xfrm>
          <a:prstGeom prst="rect">
            <a:avLst/>
          </a:prstGeom>
          <a:solidFill>
            <a:srgbClr val="F1D2B9"/>
          </a:solidFill>
          <a:ln>
            <a:noFill/>
          </a:ln>
          <a:effectLst/>
        </p:spPr>
        <p:txBody>
          <a:bodyPr rtlCol="0" anchor="ctr"/>
          <a:lstStyle/>
          <a:p>
            <a:pPr algn="ctr"/>
          </a:p>
        </p:txBody>
      </p:sp>
      <p:sp>
        <p:nvSpPr>
          <p:cNvPr id="88" name="Legend color 051"/>
          <p:cNvSpPr/>
          <p:nvPr/>
        </p:nvSpPr>
        <p:spPr>
          <a:xfrm>
            <a:off x="1951669" y="6655740"/>
            <a:ext cx="28097" cy="164629"/>
          </a:xfrm>
          <a:prstGeom prst="rect">
            <a:avLst/>
          </a:prstGeom>
          <a:solidFill>
            <a:srgbClr val="F1D2B8"/>
          </a:solidFill>
          <a:ln>
            <a:noFill/>
          </a:ln>
          <a:effectLst/>
        </p:spPr>
        <p:txBody>
          <a:bodyPr rtlCol="0" anchor="ctr"/>
          <a:lstStyle/>
          <a:p>
            <a:pPr algn="ctr"/>
          </a:p>
        </p:txBody>
      </p:sp>
      <p:sp>
        <p:nvSpPr>
          <p:cNvPr id="89" name="Legend color 052"/>
          <p:cNvSpPr/>
          <p:nvPr/>
        </p:nvSpPr>
        <p:spPr>
          <a:xfrm>
            <a:off x="1979414" y="6655740"/>
            <a:ext cx="28097" cy="164629"/>
          </a:xfrm>
          <a:prstGeom prst="rect">
            <a:avLst/>
          </a:prstGeom>
          <a:solidFill>
            <a:srgbClr val="F1D1B6"/>
          </a:solidFill>
          <a:ln>
            <a:noFill/>
          </a:ln>
          <a:effectLst/>
        </p:spPr>
        <p:txBody>
          <a:bodyPr rtlCol="0" anchor="ctr"/>
          <a:lstStyle/>
          <a:p>
            <a:pPr algn="ctr"/>
          </a:p>
        </p:txBody>
      </p:sp>
      <p:sp>
        <p:nvSpPr>
          <p:cNvPr id="90" name="Legend color 053"/>
          <p:cNvSpPr/>
          <p:nvPr/>
        </p:nvSpPr>
        <p:spPr>
          <a:xfrm>
            <a:off x="2007158" y="6655740"/>
            <a:ext cx="28097" cy="164629"/>
          </a:xfrm>
          <a:prstGeom prst="rect">
            <a:avLst/>
          </a:prstGeom>
          <a:solidFill>
            <a:srgbClr val="F1CFB5"/>
          </a:solidFill>
          <a:ln>
            <a:noFill/>
          </a:ln>
          <a:effectLst/>
        </p:spPr>
        <p:txBody>
          <a:bodyPr rtlCol="0" anchor="ctr"/>
          <a:lstStyle/>
          <a:p>
            <a:pPr algn="ctr"/>
          </a:p>
        </p:txBody>
      </p:sp>
      <p:sp>
        <p:nvSpPr>
          <p:cNvPr id="91" name="Legend color 054"/>
          <p:cNvSpPr/>
          <p:nvPr/>
        </p:nvSpPr>
        <p:spPr>
          <a:xfrm>
            <a:off x="2034903" y="6655740"/>
            <a:ext cx="28097" cy="164629"/>
          </a:xfrm>
          <a:prstGeom prst="rect">
            <a:avLst/>
          </a:prstGeom>
          <a:solidFill>
            <a:srgbClr val="F0CEB3"/>
          </a:solidFill>
          <a:ln>
            <a:noFill/>
          </a:ln>
          <a:effectLst/>
        </p:spPr>
        <p:txBody>
          <a:bodyPr rtlCol="0" anchor="ctr"/>
          <a:lstStyle/>
          <a:p>
            <a:pPr algn="ctr"/>
          </a:p>
        </p:txBody>
      </p:sp>
      <p:sp>
        <p:nvSpPr>
          <p:cNvPr id="92" name="Legend color 055"/>
          <p:cNvSpPr/>
          <p:nvPr/>
        </p:nvSpPr>
        <p:spPr>
          <a:xfrm>
            <a:off x="2062647" y="6655740"/>
            <a:ext cx="28097" cy="164629"/>
          </a:xfrm>
          <a:prstGeom prst="rect">
            <a:avLst/>
          </a:prstGeom>
          <a:solidFill>
            <a:srgbClr val="F0CDB1"/>
          </a:solidFill>
          <a:ln>
            <a:noFill/>
          </a:ln>
          <a:effectLst/>
        </p:spPr>
        <p:txBody>
          <a:bodyPr rtlCol="0" anchor="ctr"/>
          <a:lstStyle/>
          <a:p>
            <a:pPr algn="ctr"/>
          </a:p>
        </p:txBody>
      </p:sp>
      <p:sp>
        <p:nvSpPr>
          <p:cNvPr id="93" name="Legend color 056"/>
          <p:cNvSpPr/>
          <p:nvPr/>
        </p:nvSpPr>
        <p:spPr>
          <a:xfrm>
            <a:off x="2090392" y="6655740"/>
            <a:ext cx="28097" cy="164629"/>
          </a:xfrm>
          <a:prstGeom prst="rect">
            <a:avLst/>
          </a:prstGeom>
          <a:solidFill>
            <a:srgbClr val="EFCBB0"/>
          </a:solidFill>
          <a:ln>
            <a:noFill/>
          </a:ln>
          <a:effectLst/>
        </p:spPr>
        <p:txBody>
          <a:bodyPr rtlCol="0" anchor="ctr"/>
          <a:lstStyle/>
          <a:p>
            <a:pPr algn="ctr"/>
          </a:p>
        </p:txBody>
      </p:sp>
      <p:sp>
        <p:nvSpPr>
          <p:cNvPr id="94" name="Legend color 057"/>
          <p:cNvSpPr/>
          <p:nvPr/>
        </p:nvSpPr>
        <p:spPr>
          <a:xfrm>
            <a:off x="2118136" y="6655740"/>
            <a:ext cx="28097" cy="164629"/>
          </a:xfrm>
          <a:prstGeom prst="rect">
            <a:avLst/>
          </a:prstGeom>
          <a:solidFill>
            <a:srgbClr val="EFCAAE"/>
          </a:solidFill>
          <a:ln>
            <a:noFill/>
          </a:ln>
          <a:effectLst/>
        </p:spPr>
        <p:txBody>
          <a:bodyPr rtlCol="0" anchor="ctr"/>
          <a:lstStyle/>
          <a:p>
            <a:pPr algn="ctr"/>
          </a:p>
        </p:txBody>
      </p:sp>
      <p:sp>
        <p:nvSpPr>
          <p:cNvPr id="95" name="Legend color 058"/>
          <p:cNvSpPr/>
          <p:nvPr/>
        </p:nvSpPr>
        <p:spPr>
          <a:xfrm>
            <a:off x="2145881" y="6655740"/>
            <a:ext cx="28097" cy="164629"/>
          </a:xfrm>
          <a:prstGeom prst="rect">
            <a:avLst/>
          </a:prstGeom>
          <a:solidFill>
            <a:srgbClr val="EFC9AC"/>
          </a:solidFill>
          <a:ln>
            <a:noFill/>
          </a:ln>
          <a:effectLst/>
        </p:spPr>
        <p:txBody>
          <a:bodyPr rtlCol="0" anchor="ctr"/>
          <a:lstStyle/>
          <a:p>
            <a:pPr algn="ctr"/>
          </a:p>
        </p:txBody>
      </p:sp>
      <p:sp>
        <p:nvSpPr>
          <p:cNvPr id="96" name="Legend color 059"/>
          <p:cNvSpPr/>
          <p:nvPr/>
        </p:nvSpPr>
        <p:spPr>
          <a:xfrm>
            <a:off x="2173625" y="6655740"/>
            <a:ext cx="28097" cy="164629"/>
          </a:xfrm>
          <a:prstGeom prst="rect">
            <a:avLst/>
          </a:prstGeom>
          <a:solidFill>
            <a:srgbClr val="EEC8AA"/>
          </a:solidFill>
          <a:ln>
            <a:noFill/>
          </a:ln>
          <a:effectLst/>
        </p:spPr>
        <p:txBody>
          <a:bodyPr rtlCol="0" anchor="ctr"/>
          <a:lstStyle/>
          <a:p>
            <a:pPr algn="ctr"/>
          </a:p>
        </p:txBody>
      </p:sp>
      <p:sp>
        <p:nvSpPr>
          <p:cNvPr id="97" name="Legend color 060"/>
          <p:cNvSpPr/>
          <p:nvPr/>
        </p:nvSpPr>
        <p:spPr>
          <a:xfrm>
            <a:off x="2201370" y="6655740"/>
            <a:ext cx="28097" cy="164629"/>
          </a:xfrm>
          <a:prstGeom prst="rect">
            <a:avLst/>
          </a:prstGeom>
          <a:solidFill>
            <a:srgbClr val="EEC6A9"/>
          </a:solidFill>
          <a:ln>
            <a:noFill/>
          </a:ln>
          <a:effectLst/>
        </p:spPr>
        <p:txBody>
          <a:bodyPr rtlCol="0" anchor="ctr"/>
          <a:lstStyle/>
          <a:p>
            <a:pPr algn="ctr"/>
          </a:p>
        </p:txBody>
      </p:sp>
      <p:sp>
        <p:nvSpPr>
          <p:cNvPr id="98" name="Legend color 061"/>
          <p:cNvSpPr/>
          <p:nvPr/>
        </p:nvSpPr>
        <p:spPr>
          <a:xfrm>
            <a:off x="2229114" y="6655740"/>
            <a:ext cx="28097" cy="164629"/>
          </a:xfrm>
          <a:prstGeom prst="rect">
            <a:avLst/>
          </a:prstGeom>
          <a:solidFill>
            <a:srgbClr val="EEC5A7"/>
          </a:solidFill>
          <a:ln>
            <a:noFill/>
          </a:ln>
          <a:effectLst/>
        </p:spPr>
        <p:txBody>
          <a:bodyPr rtlCol="0" anchor="ctr"/>
          <a:lstStyle/>
          <a:p>
            <a:pPr algn="ctr"/>
          </a:p>
        </p:txBody>
      </p:sp>
      <p:sp>
        <p:nvSpPr>
          <p:cNvPr id="99" name="Legend color 062"/>
          <p:cNvSpPr/>
          <p:nvPr/>
        </p:nvSpPr>
        <p:spPr>
          <a:xfrm>
            <a:off x="2256859" y="6655740"/>
            <a:ext cx="28097" cy="164629"/>
          </a:xfrm>
          <a:prstGeom prst="rect">
            <a:avLst/>
          </a:prstGeom>
          <a:solidFill>
            <a:srgbClr val="EDC4A5"/>
          </a:solidFill>
          <a:ln>
            <a:noFill/>
          </a:ln>
          <a:effectLst/>
        </p:spPr>
        <p:txBody>
          <a:bodyPr rtlCol="0" anchor="ctr"/>
          <a:lstStyle/>
          <a:p>
            <a:pPr algn="ctr"/>
          </a:p>
        </p:txBody>
      </p:sp>
      <p:sp>
        <p:nvSpPr>
          <p:cNvPr id="100" name="Legend color 063"/>
          <p:cNvSpPr/>
          <p:nvPr/>
        </p:nvSpPr>
        <p:spPr>
          <a:xfrm>
            <a:off x="2284603" y="6655740"/>
            <a:ext cx="28097" cy="164629"/>
          </a:xfrm>
          <a:prstGeom prst="rect">
            <a:avLst/>
          </a:prstGeom>
          <a:solidFill>
            <a:srgbClr val="EDC2A3"/>
          </a:solidFill>
          <a:ln>
            <a:noFill/>
          </a:ln>
          <a:effectLst/>
        </p:spPr>
        <p:txBody>
          <a:bodyPr rtlCol="0" anchor="ctr"/>
          <a:lstStyle/>
          <a:p>
            <a:pPr algn="ctr"/>
          </a:p>
        </p:txBody>
      </p:sp>
      <p:sp>
        <p:nvSpPr>
          <p:cNvPr id="101" name="Legend color 064"/>
          <p:cNvSpPr/>
          <p:nvPr/>
        </p:nvSpPr>
        <p:spPr>
          <a:xfrm>
            <a:off x="2312348" y="6655740"/>
            <a:ext cx="28097" cy="164629"/>
          </a:xfrm>
          <a:prstGeom prst="rect">
            <a:avLst/>
          </a:prstGeom>
          <a:solidFill>
            <a:srgbClr val="EDC1A2"/>
          </a:solidFill>
          <a:ln>
            <a:noFill/>
          </a:ln>
          <a:effectLst/>
        </p:spPr>
        <p:txBody>
          <a:bodyPr rtlCol="0" anchor="ctr"/>
          <a:lstStyle/>
          <a:p>
            <a:pPr algn="ctr"/>
          </a:p>
        </p:txBody>
      </p:sp>
      <p:sp>
        <p:nvSpPr>
          <p:cNvPr id="102" name="Legend color 065"/>
          <p:cNvSpPr/>
          <p:nvPr/>
        </p:nvSpPr>
        <p:spPr>
          <a:xfrm>
            <a:off x="2340092" y="6655740"/>
            <a:ext cx="28097" cy="164629"/>
          </a:xfrm>
          <a:prstGeom prst="rect">
            <a:avLst/>
          </a:prstGeom>
          <a:solidFill>
            <a:srgbClr val="ECC0A0"/>
          </a:solidFill>
          <a:ln>
            <a:noFill/>
          </a:ln>
          <a:effectLst/>
        </p:spPr>
        <p:txBody>
          <a:bodyPr rtlCol="0" anchor="ctr"/>
          <a:lstStyle/>
          <a:p>
            <a:pPr algn="ctr"/>
          </a:p>
        </p:txBody>
      </p:sp>
      <p:sp>
        <p:nvSpPr>
          <p:cNvPr id="103" name="Legend color 066"/>
          <p:cNvSpPr/>
          <p:nvPr/>
        </p:nvSpPr>
        <p:spPr>
          <a:xfrm>
            <a:off x="2367837" y="6655740"/>
            <a:ext cx="28097" cy="164629"/>
          </a:xfrm>
          <a:prstGeom prst="rect">
            <a:avLst/>
          </a:prstGeom>
          <a:solidFill>
            <a:srgbClr val="ECBE9E"/>
          </a:solidFill>
          <a:ln>
            <a:noFill/>
          </a:ln>
          <a:effectLst/>
        </p:spPr>
        <p:txBody>
          <a:bodyPr rtlCol="0" anchor="ctr"/>
          <a:lstStyle/>
          <a:p>
            <a:pPr algn="ctr"/>
          </a:p>
        </p:txBody>
      </p:sp>
      <p:sp>
        <p:nvSpPr>
          <p:cNvPr id="104" name="Legend color 067"/>
          <p:cNvSpPr/>
          <p:nvPr/>
        </p:nvSpPr>
        <p:spPr>
          <a:xfrm>
            <a:off x="2395581" y="6655740"/>
            <a:ext cx="28097" cy="164629"/>
          </a:xfrm>
          <a:prstGeom prst="rect">
            <a:avLst/>
          </a:prstGeom>
          <a:solidFill>
            <a:srgbClr val="ECBD9D"/>
          </a:solidFill>
          <a:ln>
            <a:noFill/>
          </a:ln>
          <a:effectLst/>
        </p:spPr>
        <p:txBody>
          <a:bodyPr rtlCol="0" anchor="ctr"/>
          <a:lstStyle/>
          <a:p>
            <a:pPr algn="ctr"/>
          </a:p>
        </p:txBody>
      </p:sp>
      <p:sp>
        <p:nvSpPr>
          <p:cNvPr id="105" name="Legend color 068"/>
          <p:cNvSpPr/>
          <p:nvPr/>
        </p:nvSpPr>
        <p:spPr>
          <a:xfrm>
            <a:off x="2423326" y="6655740"/>
            <a:ext cx="28097" cy="164629"/>
          </a:xfrm>
          <a:prstGeom prst="rect">
            <a:avLst/>
          </a:prstGeom>
          <a:solidFill>
            <a:srgbClr val="EBBC9B"/>
          </a:solidFill>
          <a:ln>
            <a:noFill/>
          </a:ln>
          <a:effectLst/>
        </p:spPr>
        <p:txBody>
          <a:bodyPr rtlCol="0" anchor="ctr"/>
          <a:lstStyle/>
          <a:p>
            <a:pPr algn="ctr"/>
          </a:p>
        </p:txBody>
      </p:sp>
      <p:sp>
        <p:nvSpPr>
          <p:cNvPr id="106" name="Legend color 069"/>
          <p:cNvSpPr/>
          <p:nvPr/>
        </p:nvSpPr>
        <p:spPr>
          <a:xfrm>
            <a:off x="2451070" y="6655740"/>
            <a:ext cx="28097" cy="164629"/>
          </a:xfrm>
          <a:prstGeom prst="rect">
            <a:avLst/>
          </a:prstGeom>
          <a:solidFill>
            <a:srgbClr val="EBBB99"/>
          </a:solidFill>
          <a:ln>
            <a:noFill/>
          </a:ln>
          <a:effectLst/>
        </p:spPr>
        <p:txBody>
          <a:bodyPr rtlCol="0" anchor="ctr"/>
          <a:lstStyle/>
          <a:p>
            <a:pPr algn="ctr"/>
          </a:p>
        </p:txBody>
      </p:sp>
      <p:sp>
        <p:nvSpPr>
          <p:cNvPr id="107" name="Legend color 070"/>
          <p:cNvSpPr/>
          <p:nvPr/>
        </p:nvSpPr>
        <p:spPr>
          <a:xfrm>
            <a:off x="2478815" y="6655740"/>
            <a:ext cx="28097" cy="164629"/>
          </a:xfrm>
          <a:prstGeom prst="rect">
            <a:avLst/>
          </a:prstGeom>
          <a:solidFill>
            <a:srgbClr val="EBB997"/>
          </a:solidFill>
          <a:ln>
            <a:noFill/>
          </a:ln>
          <a:effectLst/>
        </p:spPr>
        <p:txBody>
          <a:bodyPr rtlCol="0" anchor="ctr"/>
          <a:lstStyle/>
          <a:p>
            <a:pPr algn="ctr"/>
          </a:p>
        </p:txBody>
      </p:sp>
      <p:sp>
        <p:nvSpPr>
          <p:cNvPr id="108" name="Legend color 071"/>
          <p:cNvSpPr/>
          <p:nvPr/>
        </p:nvSpPr>
        <p:spPr>
          <a:xfrm>
            <a:off x="2506559" y="6655740"/>
            <a:ext cx="28097" cy="164629"/>
          </a:xfrm>
          <a:prstGeom prst="rect">
            <a:avLst/>
          </a:prstGeom>
          <a:solidFill>
            <a:srgbClr val="EAB896"/>
          </a:solidFill>
          <a:ln>
            <a:noFill/>
          </a:ln>
          <a:effectLst/>
        </p:spPr>
        <p:txBody>
          <a:bodyPr rtlCol="0" anchor="ctr"/>
          <a:lstStyle/>
          <a:p>
            <a:pPr algn="ctr"/>
          </a:p>
        </p:txBody>
      </p:sp>
      <p:sp>
        <p:nvSpPr>
          <p:cNvPr id="109" name="Legend color 072"/>
          <p:cNvSpPr/>
          <p:nvPr/>
        </p:nvSpPr>
        <p:spPr>
          <a:xfrm>
            <a:off x="2534304" y="6655740"/>
            <a:ext cx="28097" cy="164629"/>
          </a:xfrm>
          <a:prstGeom prst="rect">
            <a:avLst/>
          </a:prstGeom>
          <a:solidFill>
            <a:srgbClr val="EAB794"/>
          </a:solidFill>
          <a:ln>
            <a:noFill/>
          </a:ln>
          <a:effectLst/>
        </p:spPr>
        <p:txBody>
          <a:bodyPr rtlCol="0" anchor="ctr"/>
          <a:lstStyle/>
          <a:p>
            <a:pPr algn="ctr"/>
          </a:p>
        </p:txBody>
      </p:sp>
      <p:sp>
        <p:nvSpPr>
          <p:cNvPr id="110" name="Legend color 073"/>
          <p:cNvSpPr/>
          <p:nvPr/>
        </p:nvSpPr>
        <p:spPr>
          <a:xfrm>
            <a:off x="2562048" y="6655740"/>
            <a:ext cx="28097" cy="164629"/>
          </a:xfrm>
          <a:prstGeom prst="rect">
            <a:avLst/>
          </a:prstGeom>
          <a:solidFill>
            <a:srgbClr val="E9B592"/>
          </a:solidFill>
          <a:ln>
            <a:noFill/>
          </a:ln>
          <a:effectLst/>
        </p:spPr>
        <p:txBody>
          <a:bodyPr rtlCol="0" anchor="ctr"/>
          <a:lstStyle/>
          <a:p>
            <a:pPr algn="ctr"/>
          </a:p>
        </p:txBody>
      </p:sp>
      <p:sp>
        <p:nvSpPr>
          <p:cNvPr id="111" name="Legend color 074"/>
          <p:cNvSpPr/>
          <p:nvPr/>
        </p:nvSpPr>
        <p:spPr>
          <a:xfrm>
            <a:off x="2589793" y="6655740"/>
            <a:ext cx="28097" cy="164629"/>
          </a:xfrm>
          <a:prstGeom prst="rect">
            <a:avLst/>
          </a:prstGeom>
          <a:solidFill>
            <a:srgbClr val="E9B491"/>
          </a:solidFill>
          <a:ln>
            <a:noFill/>
          </a:ln>
          <a:effectLst/>
        </p:spPr>
        <p:txBody>
          <a:bodyPr rtlCol="0" anchor="ctr"/>
          <a:lstStyle/>
          <a:p>
            <a:pPr algn="ctr"/>
          </a:p>
        </p:txBody>
      </p:sp>
      <p:sp>
        <p:nvSpPr>
          <p:cNvPr id="112" name="Legend color 075"/>
          <p:cNvSpPr/>
          <p:nvPr/>
        </p:nvSpPr>
        <p:spPr>
          <a:xfrm>
            <a:off x="2617537" y="6655740"/>
            <a:ext cx="28097" cy="164629"/>
          </a:xfrm>
          <a:prstGeom prst="rect">
            <a:avLst/>
          </a:prstGeom>
          <a:solidFill>
            <a:srgbClr val="E9B38F"/>
          </a:solidFill>
          <a:ln>
            <a:noFill/>
          </a:ln>
          <a:effectLst/>
        </p:spPr>
        <p:txBody>
          <a:bodyPr rtlCol="0" anchor="ctr"/>
          <a:lstStyle/>
          <a:p>
            <a:pPr algn="ctr"/>
          </a:p>
        </p:txBody>
      </p:sp>
      <p:sp>
        <p:nvSpPr>
          <p:cNvPr id="113" name="Legend color 076"/>
          <p:cNvSpPr/>
          <p:nvPr/>
        </p:nvSpPr>
        <p:spPr>
          <a:xfrm>
            <a:off x="2645282" y="6655740"/>
            <a:ext cx="28097" cy="164629"/>
          </a:xfrm>
          <a:prstGeom prst="rect">
            <a:avLst/>
          </a:prstGeom>
          <a:solidFill>
            <a:srgbClr val="E8B28D"/>
          </a:solidFill>
          <a:ln>
            <a:noFill/>
          </a:ln>
          <a:effectLst/>
        </p:spPr>
        <p:txBody>
          <a:bodyPr rtlCol="0" anchor="ctr"/>
          <a:lstStyle/>
          <a:p>
            <a:pPr algn="ctr"/>
          </a:p>
        </p:txBody>
      </p:sp>
      <p:sp>
        <p:nvSpPr>
          <p:cNvPr id="114" name="Legend color 077"/>
          <p:cNvSpPr/>
          <p:nvPr/>
        </p:nvSpPr>
        <p:spPr>
          <a:xfrm>
            <a:off x="2673026" y="6655740"/>
            <a:ext cx="28097" cy="164629"/>
          </a:xfrm>
          <a:prstGeom prst="rect">
            <a:avLst/>
          </a:prstGeom>
          <a:solidFill>
            <a:srgbClr val="E8B08B"/>
          </a:solidFill>
          <a:ln>
            <a:noFill/>
          </a:ln>
          <a:effectLst/>
        </p:spPr>
        <p:txBody>
          <a:bodyPr rtlCol="0" anchor="ctr"/>
          <a:lstStyle/>
          <a:p>
            <a:pPr algn="ctr"/>
          </a:p>
        </p:txBody>
      </p:sp>
      <p:sp>
        <p:nvSpPr>
          <p:cNvPr id="115" name="Legend color 078"/>
          <p:cNvSpPr/>
          <p:nvPr/>
        </p:nvSpPr>
        <p:spPr>
          <a:xfrm>
            <a:off x="2700771" y="6655740"/>
            <a:ext cx="28097" cy="164629"/>
          </a:xfrm>
          <a:prstGeom prst="rect">
            <a:avLst/>
          </a:prstGeom>
          <a:solidFill>
            <a:srgbClr val="E8AF8A"/>
          </a:solidFill>
          <a:ln>
            <a:noFill/>
          </a:ln>
          <a:effectLst/>
        </p:spPr>
        <p:txBody>
          <a:bodyPr rtlCol="0" anchor="ctr"/>
          <a:lstStyle/>
          <a:p>
            <a:pPr algn="ctr"/>
          </a:p>
        </p:txBody>
      </p:sp>
      <p:sp>
        <p:nvSpPr>
          <p:cNvPr id="116" name="Legend color 079"/>
          <p:cNvSpPr/>
          <p:nvPr/>
        </p:nvSpPr>
        <p:spPr>
          <a:xfrm>
            <a:off x="2728515" y="6655740"/>
            <a:ext cx="28097" cy="164629"/>
          </a:xfrm>
          <a:prstGeom prst="rect">
            <a:avLst/>
          </a:prstGeom>
          <a:solidFill>
            <a:srgbClr val="E7AE89"/>
          </a:solidFill>
          <a:ln>
            <a:noFill/>
          </a:ln>
          <a:effectLst/>
        </p:spPr>
        <p:txBody>
          <a:bodyPr rtlCol="0" anchor="ctr"/>
          <a:lstStyle/>
          <a:p>
            <a:pPr algn="ctr"/>
          </a:p>
        </p:txBody>
      </p:sp>
      <p:sp>
        <p:nvSpPr>
          <p:cNvPr id="117" name="Legend color 080"/>
          <p:cNvSpPr/>
          <p:nvPr/>
        </p:nvSpPr>
        <p:spPr>
          <a:xfrm>
            <a:off x="2756260" y="6655740"/>
            <a:ext cx="28097" cy="164629"/>
          </a:xfrm>
          <a:prstGeom prst="rect">
            <a:avLst/>
          </a:prstGeom>
          <a:solidFill>
            <a:srgbClr val="E7AD88"/>
          </a:solidFill>
          <a:ln>
            <a:noFill/>
          </a:ln>
          <a:effectLst/>
        </p:spPr>
        <p:txBody>
          <a:bodyPr rtlCol="0" anchor="ctr"/>
          <a:lstStyle/>
          <a:p>
            <a:pPr algn="ctr"/>
          </a:p>
        </p:txBody>
      </p:sp>
      <p:sp>
        <p:nvSpPr>
          <p:cNvPr id="118" name="Legend color 081"/>
          <p:cNvSpPr/>
          <p:nvPr/>
        </p:nvSpPr>
        <p:spPr>
          <a:xfrm>
            <a:off x="2784004" y="6655740"/>
            <a:ext cx="28097" cy="164629"/>
          </a:xfrm>
          <a:prstGeom prst="rect">
            <a:avLst/>
          </a:prstGeom>
          <a:solidFill>
            <a:srgbClr val="E6AC86"/>
          </a:solidFill>
          <a:ln>
            <a:noFill/>
          </a:ln>
          <a:effectLst/>
        </p:spPr>
        <p:txBody>
          <a:bodyPr rtlCol="0" anchor="ctr"/>
          <a:lstStyle/>
          <a:p>
            <a:pPr algn="ctr"/>
          </a:p>
        </p:txBody>
      </p:sp>
      <p:sp>
        <p:nvSpPr>
          <p:cNvPr id="119" name="Legend color 082"/>
          <p:cNvSpPr/>
          <p:nvPr/>
        </p:nvSpPr>
        <p:spPr>
          <a:xfrm>
            <a:off x="2811749" y="6655740"/>
            <a:ext cx="28097" cy="164629"/>
          </a:xfrm>
          <a:prstGeom prst="rect">
            <a:avLst/>
          </a:prstGeom>
          <a:solidFill>
            <a:srgbClr val="E6AB85"/>
          </a:solidFill>
          <a:ln>
            <a:noFill/>
          </a:ln>
          <a:effectLst/>
        </p:spPr>
        <p:txBody>
          <a:bodyPr rtlCol="0" anchor="ctr"/>
          <a:lstStyle/>
          <a:p>
            <a:pPr algn="ctr"/>
          </a:p>
        </p:txBody>
      </p:sp>
      <p:sp>
        <p:nvSpPr>
          <p:cNvPr id="120" name="Legend color 083"/>
          <p:cNvSpPr/>
          <p:nvPr/>
        </p:nvSpPr>
        <p:spPr>
          <a:xfrm>
            <a:off x="2839493" y="6655740"/>
            <a:ext cx="28097" cy="164629"/>
          </a:xfrm>
          <a:prstGeom prst="rect">
            <a:avLst/>
          </a:prstGeom>
          <a:solidFill>
            <a:srgbClr val="E5A984"/>
          </a:solidFill>
          <a:ln>
            <a:noFill/>
          </a:ln>
          <a:effectLst/>
        </p:spPr>
        <p:txBody>
          <a:bodyPr rtlCol="0" anchor="ctr"/>
          <a:lstStyle/>
          <a:p>
            <a:pPr algn="ctr"/>
          </a:p>
        </p:txBody>
      </p:sp>
      <p:sp>
        <p:nvSpPr>
          <p:cNvPr id="121" name="Legend color 084"/>
          <p:cNvSpPr/>
          <p:nvPr/>
        </p:nvSpPr>
        <p:spPr>
          <a:xfrm>
            <a:off x="2867238" y="6655740"/>
            <a:ext cx="28097" cy="164629"/>
          </a:xfrm>
          <a:prstGeom prst="rect">
            <a:avLst/>
          </a:prstGeom>
          <a:solidFill>
            <a:srgbClr val="E5A883"/>
          </a:solidFill>
          <a:ln>
            <a:noFill/>
          </a:ln>
          <a:effectLst/>
        </p:spPr>
        <p:txBody>
          <a:bodyPr rtlCol="0" anchor="ctr"/>
          <a:lstStyle/>
          <a:p>
            <a:pPr algn="ctr"/>
          </a:p>
        </p:txBody>
      </p:sp>
      <p:sp>
        <p:nvSpPr>
          <p:cNvPr id="122" name="Legend color 085"/>
          <p:cNvSpPr/>
          <p:nvPr/>
        </p:nvSpPr>
        <p:spPr>
          <a:xfrm>
            <a:off x="2894982" y="6655740"/>
            <a:ext cx="28097" cy="164629"/>
          </a:xfrm>
          <a:prstGeom prst="rect">
            <a:avLst/>
          </a:prstGeom>
          <a:solidFill>
            <a:srgbClr val="E4A781"/>
          </a:solidFill>
          <a:ln>
            <a:noFill/>
          </a:ln>
          <a:effectLst/>
        </p:spPr>
        <p:txBody>
          <a:bodyPr rtlCol="0" anchor="ctr"/>
          <a:lstStyle/>
          <a:p>
            <a:pPr algn="ctr"/>
          </a:p>
        </p:txBody>
      </p:sp>
      <p:sp>
        <p:nvSpPr>
          <p:cNvPr id="123" name="Legend color 086"/>
          <p:cNvSpPr/>
          <p:nvPr/>
        </p:nvSpPr>
        <p:spPr>
          <a:xfrm>
            <a:off x="2922727" y="6655740"/>
            <a:ext cx="28097" cy="164629"/>
          </a:xfrm>
          <a:prstGeom prst="rect">
            <a:avLst/>
          </a:prstGeom>
          <a:solidFill>
            <a:srgbClr val="E4A680"/>
          </a:solidFill>
          <a:ln>
            <a:noFill/>
          </a:ln>
          <a:effectLst/>
        </p:spPr>
        <p:txBody>
          <a:bodyPr rtlCol="0" anchor="ctr"/>
          <a:lstStyle/>
          <a:p>
            <a:pPr algn="ctr"/>
          </a:p>
        </p:txBody>
      </p:sp>
      <p:sp>
        <p:nvSpPr>
          <p:cNvPr id="124" name="Legend color 087"/>
          <p:cNvSpPr/>
          <p:nvPr/>
        </p:nvSpPr>
        <p:spPr>
          <a:xfrm>
            <a:off x="2950471" y="6655740"/>
            <a:ext cx="28097" cy="164629"/>
          </a:xfrm>
          <a:prstGeom prst="rect">
            <a:avLst/>
          </a:prstGeom>
          <a:solidFill>
            <a:srgbClr val="E3A57F"/>
          </a:solidFill>
          <a:ln>
            <a:noFill/>
          </a:ln>
          <a:effectLst/>
        </p:spPr>
        <p:txBody>
          <a:bodyPr rtlCol="0" anchor="ctr"/>
          <a:lstStyle/>
          <a:p>
            <a:pPr algn="ctr"/>
          </a:p>
        </p:txBody>
      </p:sp>
      <p:sp>
        <p:nvSpPr>
          <p:cNvPr id="125" name="Legend color 088"/>
          <p:cNvSpPr/>
          <p:nvPr/>
        </p:nvSpPr>
        <p:spPr>
          <a:xfrm>
            <a:off x="2978216" y="6655740"/>
            <a:ext cx="28097" cy="164629"/>
          </a:xfrm>
          <a:prstGeom prst="rect">
            <a:avLst/>
          </a:prstGeom>
          <a:solidFill>
            <a:srgbClr val="E3A47E"/>
          </a:solidFill>
          <a:ln>
            <a:noFill/>
          </a:ln>
          <a:effectLst/>
        </p:spPr>
        <p:txBody>
          <a:bodyPr rtlCol="0" anchor="ctr"/>
          <a:lstStyle/>
          <a:p>
            <a:pPr algn="ctr"/>
          </a:p>
        </p:txBody>
      </p:sp>
      <p:sp>
        <p:nvSpPr>
          <p:cNvPr id="126" name="Legend color 089"/>
          <p:cNvSpPr/>
          <p:nvPr/>
        </p:nvSpPr>
        <p:spPr>
          <a:xfrm>
            <a:off x="3005960" y="6655740"/>
            <a:ext cx="28097" cy="164629"/>
          </a:xfrm>
          <a:prstGeom prst="rect">
            <a:avLst/>
          </a:prstGeom>
          <a:solidFill>
            <a:srgbClr val="E2A37C"/>
          </a:solidFill>
          <a:ln>
            <a:noFill/>
          </a:ln>
          <a:effectLst/>
        </p:spPr>
        <p:txBody>
          <a:bodyPr rtlCol="0" anchor="ctr"/>
          <a:lstStyle/>
          <a:p>
            <a:pPr algn="ctr"/>
          </a:p>
        </p:txBody>
      </p:sp>
      <p:sp>
        <p:nvSpPr>
          <p:cNvPr id="127" name="Legend color 090"/>
          <p:cNvSpPr/>
          <p:nvPr/>
        </p:nvSpPr>
        <p:spPr>
          <a:xfrm>
            <a:off x="3033705" y="6655740"/>
            <a:ext cx="28097" cy="164629"/>
          </a:xfrm>
          <a:prstGeom prst="rect">
            <a:avLst/>
          </a:prstGeom>
          <a:solidFill>
            <a:srgbClr val="E2A27B"/>
          </a:solidFill>
          <a:ln>
            <a:noFill/>
          </a:ln>
          <a:effectLst/>
        </p:spPr>
        <p:txBody>
          <a:bodyPr rtlCol="0" anchor="ctr"/>
          <a:lstStyle/>
          <a:p>
            <a:pPr algn="ctr"/>
          </a:p>
        </p:txBody>
      </p:sp>
      <p:sp>
        <p:nvSpPr>
          <p:cNvPr id="128" name="Legend color 091"/>
          <p:cNvSpPr/>
          <p:nvPr/>
        </p:nvSpPr>
        <p:spPr>
          <a:xfrm>
            <a:off x="3061449" y="6655740"/>
            <a:ext cx="28097" cy="164629"/>
          </a:xfrm>
          <a:prstGeom prst="rect">
            <a:avLst/>
          </a:prstGeom>
          <a:solidFill>
            <a:srgbClr val="E2A07A"/>
          </a:solidFill>
          <a:ln>
            <a:noFill/>
          </a:ln>
          <a:effectLst/>
        </p:spPr>
        <p:txBody>
          <a:bodyPr rtlCol="0" anchor="ctr"/>
          <a:lstStyle/>
          <a:p>
            <a:pPr algn="ctr"/>
          </a:p>
        </p:txBody>
      </p:sp>
      <p:sp>
        <p:nvSpPr>
          <p:cNvPr id="129" name="Legend color 092"/>
          <p:cNvSpPr/>
          <p:nvPr/>
        </p:nvSpPr>
        <p:spPr>
          <a:xfrm>
            <a:off x="3089194" y="6655740"/>
            <a:ext cx="28097" cy="164629"/>
          </a:xfrm>
          <a:prstGeom prst="rect">
            <a:avLst/>
          </a:prstGeom>
          <a:solidFill>
            <a:srgbClr val="E19F79"/>
          </a:solidFill>
          <a:ln>
            <a:noFill/>
          </a:ln>
          <a:effectLst/>
        </p:spPr>
        <p:txBody>
          <a:bodyPr rtlCol="0" anchor="ctr"/>
          <a:lstStyle/>
          <a:p>
            <a:pPr algn="ctr"/>
          </a:p>
        </p:txBody>
      </p:sp>
      <p:sp>
        <p:nvSpPr>
          <p:cNvPr id="130" name="Legend color 093"/>
          <p:cNvSpPr/>
          <p:nvPr/>
        </p:nvSpPr>
        <p:spPr>
          <a:xfrm>
            <a:off x="3116938" y="6655740"/>
            <a:ext cx="28097" cy="164629"/>
          </a:xfrm>
          <a:prstGeom prst="rect">
            <a:avLst/>
          </a:prstGeom>
          <a:solidFill>
            <a:srgbClr val="E19E77"/>
          </a:solidFill>
          <a:ln>
            <a:noFill/>
          </a:ln>
          <a:effectLst/>
        </p:spPr>
        <p:txBody>
          <a:bodyPr rtlCol="0" anchor="ctr"/>
          <a:lstStyle/>
          <a:p>
            <a:pPr algn="ctr"/>
          </a:p>
        </p:txBody>
      </p:sp>
      <p:sp>
        <p:nvSpPr>
          <p:cNvPr id="131" name="Legend color 094"/>
          <p:cNvSpPr/>
          <p:nvPr/>
        </p:nvSpPr>
        <p:spPr>
          <a:xfrm>
            <a:off x="3144683" y="6655740"/>
            <a:ext cx="28097" cy="164629"/>
          </a:xfrm>
          <a:prstGeom prst="rect">
            <a:avLst/>
          </a:prstGeom>
          <a:solidFill>
            <a:srgbClr val="E09D76"/>
          </a:solidFill>
          <a:ln>
            <a:noFill/>
          </a:ln>
          <a:effectLst/>
        </p:spPr>
        <p:txBody>
          <a:bodyPr rtlCol="0" anchor="ctr"/>
          <a:lstStyle/>
          <a:p>
            <a:pPr algn="ctr"/>
          </a:p>
        </p:txBody>
      </p:sp>
      <p:sp>
        <p:nvSpPr>
          <p:cNvPr id="132" name="Legend color 095"/>
          <p:cNvSpPr/>
          <p:nvPr/>
        </p:nvSpPr>
        <p:spPr>
          <a:xfrm>
            <a:off x="3172427" y="6655740"/>
            <a:ext cx="28097" cy="164629"/>
          </a:xfrm>
          <a:prstGeom prst="rect">
            <a:avLst/>
          </a:prstGeom>
          <a:solidFill>
            <a:srgbClr val="E09C75"/>
          </a:solidFill>
          <a:ln>
            <a:noFill/>
          </a:ln>
          <a:effectLst/>
        </p:spPr>
        <p:txBody>
          <a:bodyPr rtlCol="0" anchor="ctr"/>
          <a:lstStyle/>
          <a:p>
            <a:pPr algn="ctr"/>
          </a:p>
        </p:txBody>
      </p:sp>
      <p:sp>
        <p:nvSpPr>
          <p:cNvPr id="133" name="Legend color 096"/>
          <p:cNvSpPr/>
          <p:nvPr/>
        </p:nvSpPr>
        <p:spPr>
          <a:xfrm>
            <a:off x="3200172" y="6655740"/>
            <a:ext cx="28097" cy="164629"/>
          </a:xfrm>
          <a:prstGeom prst="rect">
            <a:avLst/>
          </a:prstGeom>
          <a:solidFill>
            <a:srgbClr val="DF9B74"/>
          </a:solidFill>
          <a:ln>
            <a:noFill/>
          </a:ln>
          <a:effectLst/>
        </p:spPr>
        <p:txBody>
          <a:bodyPr rtlCol="0" anchor="ctr"/>
          <a:lstStyle/>
          <a:p>
            <a:pPr algn="ctr"/>
          </a:p>
        </p:txBody>
      </p:sp>
      <p:sp>
        <p:nvSpPr>
          <p:cNvPr id="134" name="Legend color 097"/>
          <p:cNvSpPr/>
          <p:nvPr/>
        </p:nvSpPr>
        <p:spPr>
          <a:xfrm>
            <a:off x="3227916" y="6655740"/>
            <a:ext cx="28097" cy="164629"/>
          </a:xfrm>
          <a:prstGeom prst="rect">
            <a:avLst/>
          </a:prstGeom>
          <a:solidFill>
            <a:srgbClr val="DF9A72"/>
          </a:solidFill>
          <a:ln>
            <a:noFill/>
          </a:ln>
          <a:effectLst/>
        </p:spPr>
        <p:txBody>
          <a:bodyPr rtlCol="0" anchor="ctr"/>
          <a:lstStyle/>
          <a:p>
            <a:pPr algn="ctr"/>
          </a:p>
        </p:txBody>
      </p:sp>
      <p:sp>
        <p:nvSpPr>
          <p:cNvPr id="135" name="Legend color 098"/>
          <p:cNvSpPr/>
          <p:nvPr/>
        </p:nvSpPr>
        <p:spPr>
          <a:xfrm>
            <a:off x="3255661" y="6655740"/>
            <a:ext cx="28097" cy="164629"/>
          </a:xfrm>
          <a:prstGeom prst="rect">
            <a:avLst/>
          </a:prstGeom>
          <a:solidFill>
            <a:srgbClr val="DE9871"/>
          </a:solidFill>
          <a:ln>
            <a:noFill/>
          </a:ln>
          <a:effectLst/>
        </p:spPr>
        <p:txBody>
          <a:bodyPr rtlCol="0" anchor="ctr"/>
          <a:lstStyle/>
          <a:p>
            <a:pPr algn="ctr"/>
          </a:p>
        </p:txBody>
      </p:sp>
      <p:sp>
        <p:nvSpPr>
          <p:cNvPr id="136" name="Legend color 099"/>
          <p:cNvSpPr/>
          <p:nvPr/>
        </p:nvSpPr>
        <p:spPr>
          <a:xfrm>
            <a:off x="3283405" y="6655740"/>
            <a:ext cx="28097" cy="164629"/>
          </a:xfrm>
          <a:prstGeom prst="rect">
            <a:avLst/>
          </a:prstGeom>
          <a:solidFill>
            <a:srgbClr val="DE9770"/>
          </a:solidFill>
          <a:ln>
            <a:noFill/>
          </a:ln>
          <a:effectLst/>
        </p:spPr>
        <p:txBody>
          <a:bodyPr rtlCol="0" anchor="ctr"/>
          <a:lstStyle/>
          <a:p>
            <a:pPr algn="ctr"/>
          </a:p>
        </p:txBody>
      </p:sp>
      <p:sp>
        <p:nvSpPr>
          <p:cNvPr id="137" name="Legend color 100"/>
          <p:cNvSpPr/>
          <p:nvPr/>
        </p:nvSpPr>
        <p:spPr>
          <a:xfrm>
            <a:off x="3311150" y="6655740"/>
            <a:ext cx="28097" cy="164629"/>
          </a:xfrm>
          <a:prstGeom prst="rect">
            <a:avLst/>
          </a:prstGeom>
          <a:solidFill>
            <a:srgbClr val="DD966F"/>
          </a:solidFill>
          <a:ln>
            <a:noFill/>
          </a:ln>
          <a:effectLst/>
        </p:spPr>
        <p:txBody>
          <a:bodyPr rtlCol="0" anchor="ctr"/>
          <a:lstStyle/>
          <a:p>
            <a:pPr algn="ctr"/>
          </a:p>
        </p:txBody>
      </p:sp>
      <p:sp>
        <p:nvSpPr>
          <p:cNvPr id="138" name="Legend color 101"/>
          <p:cNvSpPr/>
          <p:nvPr/>
        </p:nvSpPr>
        <p:spPr>
          <a:xfrm>
            <a:off x="3338894" y="6655740"/>
            <a:ext cx="28097" cy="164629"/>
          </a:xfrm>
          <a:prstGeom prst="rect">
            <a:avLst/>
          </a:prstGeom>
          <a:solidFill>
            <a:srgbClr val="DD956D"/>
          </a:solidFill>
          <a:ln>
            <a:noFill/>
          </a:ln>
          <a:effectLst/>
        </p:spPr>
        <p:txBody>
          <a:bodyPr rtlCol="0" anchor="ctr"/>
          <a:lstStyle/>
          <a:p>
            <a:pPr algn="ctr"/>
          </a:p>
        </p:txBody>
      </p:sp>
      <p:sp>
        <p:nvSpPr>
          <p:cNvPr id="139" name="Legend color 102"/>
          <p:cNvSpPr/>
          <p:nvPr/>
        </p:nvSpPr>
        <p:spPr>
          <a:xfrm>
            <a:off x="3366639" y="6655740"/>
            <a:ext cx="28097" cy="164629"/>
          </a:xfrm>
          <a:prstGeom prst="rect">
            <a:avLst/>
          </a:prstGeom>
          <a:solidFill>
            <a:srgbClr val="DC946C"/>
          </a:solidFill>
          <a:ln>
            <a:noFill/>
          </a:ln>
          <a:effectLst/>
        </p:spPr>
        <p:txBody>
          <a:bodyPr rtlCol="0" anchor="ctr"/>
          <a:lstStyle/>
          <a:p>
            <a:pPr algn="ctr"/>
          </a:p>
        </p:txBody>
      </p:sp>
      <p:sp>
        <p:nvSpPr>
          <p:cNvPr id="140" name="Legend color 103"/>
          <p:cNvSpPr/>
          <p:nvPr/>
        </p:nvSpPr>
        <p:spPr>
          <a:xfrm>
            <a:off x="3394383" y="6655740"/>
            <a:ext cx="28097" cy="164629"/>
          </a:xfrm>
          <a:prstGeom prst="rect">
            <a:avLst/>
          </a:prstGeom>
          <a:solidFill>
            <a:srgbClr val="DC936B"/>
          </a:solidFill>
          <a:ln>
            <a:noFill/>
          </a:ln>
          <a:effectLst/>
        </p:spPr>
        <p:txBody>
          <a:bodyPr rtlCol="0" anchor="ctr"/>
          <a:lstStyle/>
          <a:p>
            <a:pPr algn="ctr"/>
          </a:p>
        </p:txBody>
      </p:sp>
      <p:sp>
        <p:nvSpPr>
          <p:cNvPr id="141" name="Legend color 104"/>
          <p:cNvSpPr/>
          <p:nvPr/>
        </p:nvSpPr>
        <p:spPr>
          <a:xfrm>
            <a:off x="3422128" y="6655740"/>
            <a:ext cx="28097" cy="164629"/>
          </a:xfrm>
          <a:prstGeom prst="rect">
            <a:avLst/>
          </a:prstGeom>
          <a:solidFill>
            <a:srgbClr val="DB926A"/>
          </a:solidFill>
          <a:ln>
            <a:noFill/>
          </a:ln>
          <a:effectLst/>
        </p:spPr>
        <p:txBody>
          <a:bodyPr rtlCol="0" anchor="ctr"/>
          <a:lstStyle/>
          <a:p>
            <a:pPr algn="ctr"/>
          </a:p>
        </p:txBody>
      </p:sp>
      <p:sp>
        <p:nvSpPr>
          <p:cNvPr id="142" name="Legend color 105"/>
          <p:cNvSpPr/>
          <p:nvPr/>
        </p:nvSpPr>
        <p:spPr>
          <a:xfrm>
            <a:off x="3449872" y="6655740"/>
            <a:ext cx="28097" cy="164629"/>
          </a:xfrm>
          <a:prstGeom prst="rect">
            <a:avLst/>
          </a:prstGeom>
          <a:solidFill>
            <a:srgbClr val="DB9169"/>
          </a:solidFill>
          <a:ln>
            <a:noFill/>
          </a:ln>
          <a:effectLst/>
        </p:spPr>
        <p:txBody>
          <a:bodyPr rtlCol="0" anchor="ctr"/>
          <a:lstStyle/>
          <a:p>
            <a:pPr algn="ctr"/>
          </a:p>
        </p:txBody>
      </p:sp>
      <p:sp>
        <p:nvSpPr>
          <p:cNvPr id="143" name="Legend color 106"/>
          <p:cNvSpPr/>
          <p:nvPr/>
        </p:nvSpPr>
        <p:spPr>
          <a:xfrm>
            <a:off x="3477617" y="6655740"/>
            <a:ext cx="28097" cy="164629"/>
          </a:xfrm>
          <a:prstGeom prst="rect">
            <a:avLst/>
          </a:prstGeom>
          <a:solidFill>
            <a:srgbClr val="DA9068"/>
          </a:solidFill>
          <a:ln>
            <a:noFill/>
          </a:ln>
          <a:effectLst/>
        </p:spPr>
        <p:txBody>
          <a:bodyPr rtlCol="0" anchor="ctr"/>
          <a:lstStyle/>
          <a:p>
            <a:pPr algn="ctr"/>
          </a:p>
        </p:txBody>
      </p:sp>
      <p:sp>
        <p:nvSpPr>
          <p:cNvPr id="144" name="Legend color 107"/>
          <p:cNvSpPr/>
          <p:nvPr/>
        </p:nvSpPr>
        <p:spPr>
          <a:xfrm>
            <a:off x="3505361" y="6655740"/>
            <a:ext cx="28097" cy="164629"/>
          </a:xfrm>
          <a:prstGeom prst="rect">
            <a:avLst/>
          </a:prstGeom>
          <a:solidFill>
            <a:srgbClr val="DA8F67"/>
          </a:solidFill>
          <a:ln>
            <a:noFill/>
          </a:ln>
          <a:effectLst/>
        </p:spPr>
        <p:txBody>
          <a:bodyPr rtlCol="0" anchor="ctr"/>
          <a:lstStyle/>
          <a:p>
            <a:pPr algn="ctr"/>
          </a:p>
        </p:txBody>
      </p:sp>
      <p:sp>
        <p:nvSpPr>
          <p:cNvPr id="145" name="Legend color 108"/>
          <p:cNvSpPr/>
          <p:nvPr/>
        </p:nvSpPr>
        <p:spPr>
          <a:xfrm>
            <a:off x="3533106" y="6655740"/>
            <a:ext cx="28097" cy="164629"/>
          </a:xfrm>
          <a:prstGeom prst="rect">
            <a:avLst/>
          </a:prstGeom>
          <a:solidFill>
            <a:srgbClr val="D98E66"/>
          </a:solidFill>
          <a:ln>
            <a:noFill/>
          </a:ln>
          <a:effectLst/>
        </p:spPr>
        <p:txBody>
          <a:bodyPr rtlCol="0" anchor="ctr"/>
          <a:lstStyle/>
          <a:p>
            <a:pPr algn="ctr"/>
          </a:p>
        </p:txBody>
      </p:sp>
      <p:sp>
        <p:nvSpPr>
          <p:cNvPr id="146" name="Legend color 109"/>
          <p:cNvSpPr/>
          <p:nvPr/>
        </p:nvSpPr>
        <p:spPr>
          <a:xfrm>
            <a:off x="3560850" y="6655740"/>
            <a:ext cx="28097" cy="164629"/>
          </a:xfrm>
          <a:prstGeom prst="rect">
            <a:avLst/>
          </a:prstGeom>
          <a:solidFill>
            <a:srgbClr val="D98C65"/>
          </a:solidFill>
          <a:ln>
            <a:noFill/>
          </a:ln>
          <a:effectLst/>
        </p:spPr>
        <p:txBody>
          <a:bodyPr rtlCol="0" anchor="ctr"/>
          <a:lstStyle/>
          <a:p>
            <a:pPr algn="ctr"/>
          </a:p>
        </p:txBody>
      </p:sp>
      <p:sp>
        <p:nvSpPr>
          <p:cNvPr id="147" name="Legend color 110"/>
          <p:cNvSpPr/>
          <p:nvPr/>
        </p:nvSpPr>
        <p:spPr>
          <a:xfrm>
            <a:off x="3588595" y="6655740"/>
            <a:ext cx="28097" cy="164629"/>
          </a:xfrm>
          <a:prstGeom prst="rect">
            <a:avLst/>
          </a:prstGeom>
          <a:solidFill>
            <a:srgbClr val="D88B64"/>
          </a:solidFill>
          <a:ln>
            <a:noFill/>
          </a:ln>
          <a:effectLst/>
        </p:spPr>
        <p:txBody>
          <a:bodyPr rtlCol="0" anchor="ctr"/>
          <a:lstStyle/>
          <a:p>
            <a:pPr algn="ctr"/>
          </a:p>
        </p:txBody>
      </p:sp>
      <p:sp>
        <p:nvSpPr>
          <p:cNvPr id="148" name="Legend color 111"/>
          <p:cNvSpPr/>
          <p:nvPr/>
        </p:nvSpPr>
        <p:spPr>
          <a:xfrm>
            <a:off x="3616339" y="6655740"/>
            <a:ext cx="28097" cy="164629"/>
          </a:xfrm>
          <a:prstGeom prst="rect">
            <a:avLst/>
          </a:prstGeom>
          <a:solidFill>
            <a:srgbClr val="D88A63"/>
          </a:solidFill>
          <a:ln>
            <a:noFill/>
          </a:ln>
          <a:effectLst/>
        </p:spPr>
        <p:txBody>
          <a:bodyPr rtlCol="0" anchor="ctr"/>
          <a:lstStyle/>
          <a:p>
            <a:pPr algn="ctr"/>
          </a:p>
        </p:txBody>
      </p:sp>
      <p:sp>
        <p:nvSpPr>
          <p:cNvPr id="149" name="Legend color 112"/>
          <p:cNvSpPr/>
          <p:nvPr/>
        </p:nvSpPr>
        <p:spPr>
          <a:xfrm>
            <a:off x="3644084" y="6655740"/>
            <a:ext cx="28097" cy="164629"/>
          </a:xfrm>
          <a:prstGeom prst="rect">
            <a:avLst/>
          </a:prstGeom>
          <a:solidFill>
            <a:srgbClr val="D78962"/>
          </a:solidFill>
          <a:ln>
            <a:noFill/>
          </a:ln>
          <a:effectLst/>
        </p:spPr>
        <p:txBody>
          <a:bodyPr rtlCol="0" anchor="ctr"/>
          <a:lstStyle/>
          <a:p>
            <a:pPr algn="ctr"/>
          </a:p>
        </p:txBody>
      </p:sp>
      <p:sp>
        <p:nvSpPr>
          <p:cNvPr id="150" name="Legend color 113"/>
          <p:cNvSpPr/>
          <p:nvPr/>
        </p:nvSpPr>
        <p:spPr>
          <a:xfrm>
            <a:off x="3671828" y="6655740"/>
            <a:ext cx="28097" cy="164629"/>
          </a:xfrm>
          <a:prstGeom prst="rect">
            <a:avLst/>
          </a:prstGeom>
          <a:solidFill>
            <a:srgbClr val="D68861"/>
          </a:solidFill>
          <a:ln>
            <a:noFill/>
          </a:ln>
          <a:effectLst/>
        </p:spPr>
        <p:txBody>
          <a:bodyPr rtlCol="0" anchor="ctr"/>
          <a:lstStyle/>
          <a:p>
            <a:pPr algn="ctr"/>
          </a:p>
        </p:txBody>
      </p:sp>
      <p:sp>
        <p:nvSpPr>
          <p:cNvPr id="151" name="Legend color 114"/>
          <p:cNvSpPr/>
          <p:nvPr/>
        </p:nvSpPr>
        <p:spPr>
          <a:xfrm>
            <a:off x="3699573" y="6655740"/>
            <a:ext cx="28097" cy="164629"/>
          </a:xfrm>
          <a:prstGeom prst="rect">
            <a:avLst/>
          </a:prstGeom>
          <a:solidFill>
            <a:srgbClr val="D68760"/>
          </a:solidFill>
          <a:ln>
            <a:noFill/>
          </a:ln>
          <a:effectLst/>
        </p:spPr>
        <p:txBody>
          <a:bodyPr rtlCol="0" anchor="ctr"/>
          <a:lstStyle/>
          <a:p>
            <a:pPr algn="ctr"/>
          </a:p>
        </p:txBody>
      </p:sp>
      <p:sp>
        <p:nvSpPr>
          <p:cNvPr id="152" name="Legend color 115"/>
          <p:cNvSpPr/>
          <p:nvPr/>
        </p:nvSpPr>
        <p:spPr>
          <a:xfrm>
            <a:off x="3727317" y="6655740"/>
            <a:ext cx="28097" cy="164629"/>
          </a:xfrm>
          <a:prstGeom prst="rect">
            <a:avLst/>
          </a:prstGeom>
          <a:solidFill>
            <a:srgbClr val="D58660"/>
          </a:solidFill>
          <a:ln>
            <a:noFill/>
          </a:ln>
          <a:effectLst/>
        </p:spPr>
        <p:txBody>
          <a:bodyPr rtlCol="0" anchor="ctr"/>
          <a:lstStyle/>
          <a:p>
            <a:pPr algn="ctr"/>
          </a:p>
        </p:txBody>
      </p:sp>
      <p:sp>
        <p:nvSpPr>
          <p:cNvPr id="153" name="Legend color 116"/>
          <p:cNvSpPr/>
          <p:nvPr/>
        </p:nvSpPr>
        <p:spPr>
          <a:xfrm>
            <a:off x="3755062" y="6655740"/>
            <a:ext cx="28097" cy="164629"/>
          </a:xfrm>
          <a:prstGeom prst="rect">
            <a:avLst/>
          </a:prstGeom>
          <a:solidFill>
            <a:srgbClr val="D5855F"/>
          </a:solidFill>
          <a:ln>
            <a:noFill/>
          </a:ln>
          <a:effectLst/>
        </p:spPr>
        <p:txBody>
          <a:bodyPr rtlCol="0" anchor="ctr"/>
          <a:lstStyle/>
          <a:p>
            <a:pPr algn="ctr"/>
          </a:p>
        </p:txBody>
      </p:sp>
      <p:sp>
        <p:nvSpPr>
          <p:cNvPr id="154" name="Legend color 117"/>
          <p:cNvSpPr/>
          <p:nvPr/>
        </p:nvSpPr>
        <p:spPr>
          <a:xfrm>
            <a:off x="3782806" y="6655740"/>
            <a:ext cx="28097" cy="164629"/>
          </a:xfrm>
          <a:prstGeom prst="rect">
            <a:avLst/>
          </a:prstGeom>
          <a:solidFill>
            <a:srgbClr val="D4845E"/>
          </a:solidFill>
          <a:ln>
            <a:noFill/>
          </a:ln>
          <a:effectLst/>
        </p:spPr>
        <p:txBody>
          <a:bodyPr rtlCol="0" anchor="ctr"/>
          <a:lstStyle/>
          <a:p>
            <a:pPr algn="ctr"/>
          </a:p>
        </p:txBody>
      </p:sp>
      <p:sp>
        <p:nvSpPr>
          <p:cNvPr id="155" name="Legend color 118"/>
          <p:cNvSpPr/>
          <p:nvPr/>
        </p:nvSpPr>
        <p:spPr>
          <a:xfrm>
            <a:off x="3810551" y="6655740"/>
            <a:ext cx="28097" cy="164629"/>
          </a:xfrm>
          <a:prstGeom prst="rect">
            <a:avLst/>
          </a:prstGeom>
          <a:solidFill>
            <a:srgbClr val="D4835D"/>
          </a:solidFill>
          <a:ln>
            <a:noFill/>
          </a:ln>
          <a:effectLst/>
        </p:spPr>
        <p:txBody>
          <a:bodyPr rtlCol="0" anchor="ctr"/>
          <a:lstStyle/>
          <a:p>
            <a:pPr algn="ctr"/>
          </a:p>
        </p:txBody>
      </p:sp>
      <p:sp>
        <p:nvSpPr>
          <p:cNvPr id="156" name="Legend color 119"/>
          <p:cNvSpPr/>
          <p:nvPr/>
        </p:nvSpPr>
        <p:spPr>
          <a:xfrm>
            <a:off x="3838295" y="6655740"/>
            <a:ext cx="28097" cy="164629"/>
          </a:xfrm>
          <a:prstGeom prst="rect">
            <a:avLst/>
          </a:prstGeom>
          <a:solidFill>
            <a:srgbClr val="D3825C"/>
          </a:solidFill>
          <a:ln>
            <a:noFill/>
          </a:ln>
          <a:effectLst/>
        </p:spPr>
        <p:txBody>
          <a:bodyPr rtlCol="0" anchor="ctr"/>
          <a:lstStyle/>
          <a:p>
            <a:pPr algn="ctr"/>
          </a:p>
        </p:txBody>
      </p:sp>
      <p:sp>
        <p:nvSpPr>
          <p:cNvPr id="157" name="Legend color 120"/>
          <p:cNvSpPr/>
          <p:nvPr/>
        </p:nvSpPr>
        <p:spPr>
          <a:xfrm>
            <a:off x="3866040" y="6655740"/>
            <a:ext cx="28097" cy="164629"/>
          </a:xfrm>
          <a:prstGeom prst="rect">
            <a:avLst/>
          </a:prstGeom>
          <a:solidFill>
            <a:srgbClr val="D3815B"/>
          </a:solidFill>
          <a:ln>
            <a:noFill/>
          </a:ln>
          <a:effectLst/>
        </p:spPr>
        <p:txBody>
          <a:bodyPr rtlCol="0" anchor="ctr"/>
          <a:lstStyle/>
          <a:p>
            <a:pPr algn="ctr"/>
          </a:p>
        </p:txBody>
      </p:sp>
      <p:sp>
        <p:nvSpPr>
          <p:cNvPr id="158" name="Legend color 121"/>
          <p:cNvSpPr/>
          <p:nvPr/>
        </p:nvSpPr>
        <p:spPr>
          <a:xfrm>
            <a:off x="3893784" y="6655740"/>
            <a:ext cx="28097" cy="164629"/>
          </a:xfrm>
          <a:prstGeom prst="rect">
            <a:avLst/>
          </a:prstGeom>
          <a:solidFill>
            <a:srgbClr val="D2805A"/>
          </a:solidFill>
          <a:ln>
            <a:noFill/>
          </a:ln>
          <a:effectLst/>
        </p:spPr>
        <p:txBody>
          <a:bodyPr rtlCol="0" anchor="ctr"/>
          <a:lstStyle/>
          <a:p>
            <a:pPr algn="ctr"/>
          </a:p>
        </p:txBody>
      </p:sp>
      <p:sp>
        <p:nvSpPr>
          <p:cNvPr id="159" name="Legend color 122"/>
          <p:cNvSpPr/>
          <p:nvPr/>
        </p:nvSpPr>
        <p:spPr>
          <a:xfrm>
            <a:off x="3921529" y="6655740"/>
            <a:ext cx="28097" cy="164629"/>
          </a:xfrm>
          <a:prstGeom prst="rect">
            <a:avLst/>
          </a:prstGeom>
          <a:solidFill>
            <a:srgbClr val="D17F59"/>
          </a:solidFill>
          <a:ln>
            <a:noFill/>
          </a:ln>
          <a:effectLst/>
        </p:spPr>
        <p:txBody>
          <a:bodyPr rtlCol="0" anchor="ctr"/>
          <a:lstStyle/>
          <a:p>
            <a:pPr algn="ctr"/>
          </a:p>
        </p:txBody>
      </p:sp>
      <p:sp>
        <p:nvSpPr>
          <p:cNvPr id="160" name="Legend color 123"/>
          <p:cNvSpPr/>
          <p:nvPr/>
        </p:nvSpPr>
        <p:spPr>
          <a:xfrm>
            <a:off x="3949273" y="6655740"/>
            <a:ext cx="28097" cy="164629"/>
          </a:xfrm>
          <a:prstGeom prst="rect">
            <a:avLst/>
          </a:prstGeom>
          <a:solidFill>
            <a:srgbClr val="D17E58"/>
          </a:solidFill>
          <a:ln>
            <a:noFill/>
          </a:ln>
          <a:effectLst/>
        </p:spPr>
        <p:txBody>
          <a:bodyPr rtlCol="0" anchor="ctr"/>
          <a:lstStyle/>
          <a:p>
            <a:pPr algn="ctr"/>
          </a:p>
        </p:txBody>
      </p:sp>
      <p:sp>
        <p:nvSpPr>
          <p:cNvPr id="161" name="Legend color 124"/>
          <p:cNvSpPr/>
          <p:nvPr/>
        </p:nvSpPr>
        <p:spPr>
          <a:xfrm>
            <a:off x="3977018" y="6655740"/>
            <a:ext cx="28097" cy="164629"/>
          </a:xfrm>
          <a:prstGeom prst="rect">
            <a:avLst/>
          </a:prstGeom>
          <a:solidFill>
            <a:srgbClr val="D07D57"/>
          </a:solidFill>
          <a:ln>
            <a:noFill/>
          </a:ln>
          <a:effectLst/>
        </p:spPr>
        <p:txBody>
          <a:bodyPr rtlCol="0" anchor="ctr"/>
          <a:lstStyle/>
          <a:p>
            <a:pPr algn="ctr"/>
          </a:p>
        </p:txBody>
      </p:sp>
      <p:sp>
        <p:nvSpPr>
          <p:cNvPr id="162" name="Legend color 125"/>
          <p:cNvSpPr/>
          <p:nvPr/>
        </p:nvSpPr>
        <p:spPr>
          <a:xfrm>
            <a:off x="4004762" y="6655740"/>
            <a:ext cx="28097" cy="164629"/>
          </a:xfrm>
          <a:prstGeom prst="rect">
            <a:avLst/>
          </a:prstGeom>
          <a:solidFill>
            <a:srgbClr val="D07C56"/>
          </a:solidFill>
          <a:ln>
            <a:noFill/>
          </a:ln>
          <a:effectLst/>
        </p:spPr>
        <p:txBody>
          <a:bodyPr rtlCol="0" anchor="ctr"/>
          <a:lstStyle/>
          <a:p>
            <a:pPr algn="ctr"/>
          </a:p>
        </p:txBody>
      </p:sp>
      <p:sp>
        <p:nvSpPr>
          <p:cNvPr id="163" name="Legend color 126"/>
          <p:cNvSpPr/>
          <p:nvPr/>
        </p:nvSpPr>
        <p:spPr>
          <a:xfrm>
            <a:off x="4032507" y="6655740"/>
            <a:ext cx="28097" cy="164629"/>
          </a:xfrm>
          <a:prstGeom prst="rect">
            <a:avLst/>
          </a:prstGeom>
          <a:solidFill>
            <a:srgbClr val="CF7B55"/>
          </a:solidFill>
          <a:ln>
            <a:noFill/>
          </a:ln>
          <a:effectLst/>
        </p:spPr>
        <p:txBody>
          <a:bodyPr rtlCol="0" anchor="ctr"/>
          <a:lstStyle/>
          <a:p>
            <a:pPr algn="ctr"/>
          </a:p>
        </p:txBody>
      </p:sp>
      <p:sp>
        <p:nvSpPr>
          <p:cNvPr id="164" name="Legend color 127"/>
          <p:cNvSpPr/>
          <p:nvPr/>
        </p:nvSpPr>
        <p:spPr>
          <a:xfrm>
            <a:off x="4060251" y="6655740"/>
            <a:ext cx="28097" cy="164629"/>
          </a:xfrm>
          <a:prstGeom prst="rect">
            <a:avLst/>
          </a:prstGeom>
          <a:solidFill>
            <a:srgbClr val="CF7954"/>
          </a:solidFill>
          <a:ln>
            <a:noFill/>
          </a:ln>
          <a:effectLst/>
        </p:spPr>
        <p:txBody>
          <a:bodyPr rtlCol="0" anchor="ctr"/>
          <a:lstStyle/>
          <a:p>
            <a:pPr algn="ctr"/>
          </a:p>
        </p:txBody>
      </p:sp>
      <p:sp>
        <p:nvSpPr>
          <p:cNvPr id="165" name="Legend color 128"/>
          <p:cNvSpPr/>
          <p:nvPr/>
        </p:nvSpPr>
        <p:spPr>
          <a:xfrm>
            <a:off x="4087996" y="6655740"/>
            <a:ext cx="28097" cy="164629"/>
          </a:xfrm>
          <a:prstGeom prst="rect">
            <a:avLst/>
          </a:prstGeom>
          <a:solidFill>
            <a:srgbClr val="CE7853"/>
          </a:solidFill>
          <a:ln>
            <a:noFill/>
          </a:ln>
          <a:effectLst/>
        </p:spPr>
        <p:txBody>
          <a:bodyPr rtlCol="0" anchor="ctr"/>
          <a:lstStyle/>
          <a:p>
            <a:pPr algn="ctr"/>
          </a:p>
        </p:txBody>
      </p:sp>
      <p:sp>
        <p:nvSpPr>
          <p:cNvPr id="166" name="Figure | Credit weight w_t"/>
          <p:cNvSpPr txBox="1"/>
          <p:nvPr/>
        </p:nvSpPr>
        <p:spPr>
          <a:xfrm>
            <a:off x="564444" y="6323094"/>
            <a:ext cx="1324386" cy="259174"/>
          </a:xfrm>
          <a:prstGeom prst="rect">
            <a:avLst/>
          </a:prstGeom>
          <a:noFill/>
          <a:effectLst/>
        </p:spPr>
        <p:txBody>
          <a:bodyPr wrap="none" lIns="0" rIns="0" tIns="0" bIns="0" anchor="t">
            <a:noAutofit/>
          </a:bodyPr>
          <a:lstStyle/>
          <a:p>
            <a:pPr>
              <a:lnSpc>
                <a:spcPct val="100000"/>
              </a:lnSpc>
              <a:spcBef>
                <a:spcPts val="0"/>
              </a:spcBef>
              <a:spcAft>
                <a:spcPts val="0"/>
              </a:spcAft>
            </a:pPr>
            <a:r>
              <a:rPr sz="1407" b="0">
                <a:solidFill>
                  <a:srgbClr val="72665E"/>
                </a:solidFill>
                <a:latin typeface="Arial"/>
              </a:rPr>
              <a:t>Credit weight </a:t>
            </a:r>
            <a:r>
              <a:rPr sz="1407" b="0">
                <a:solidFill>
                  <a:srgbClr val="72665E"/>
                </a:solidFill>
                <a:latin typeface="Arial"/>
              </a:rPr>
              <a:t>w</a:t>
            </a:r>
            <a:r>
              <a:rPr sz="1055" b="0" baseline="-25000">
                <a:solidFill>
                  <a:srgbClr val="72665E"/>
                </a:solidFill>
                <a:latin typeface="Arial"/>
              </a:rPr>
              <a:t>t</a:t>
            </a:r>
          </a:p>
        </p:txBody>
      </p:sp>
      <p:sp>
        <p:nvSpPr>
          <p:cNvPr id="167" name="Figure | 0.25"/>
          <p:cNvSpPr txBox="1"/>
          <p:nvPr/>
        </p:nvSpPr>
        <p:spPr>
          <a:xfrm>
            <a:off x="402019" y="6922111"/>
            <a:ext cx="371886"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0.25</a:t>
            </a:r>
          </a:p>
        </p:txBody>
      </p:sp>
      <p:sp>
        <p:nvSpPr>
          <p:cNvPr id="168" name="Figure | 0.5"/>
          <p:cNvSpPr txBox="1"/>
          <p:nvPr/>
        </p:nvSpPr>
        <p:spPr>
          <a:xfrm>
            <a:off x="1365997" y="6922111"/>
            <a:ext cx="277812"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0.5</a:t>
            </a:r>
          </a:p>
        </p:txBody>
      </p:sp>
      <p:sp>
        <p:nvSpPr>
          <p:cNvPr id="169" name="Figure | 1"/>
          <p:cNvSpPr txBox="1"/>
          <p:nvPr/>
        </p:nvSpPr>
        <p:spPr>
          <a:xfrm>
            <a:off x="2105595" y="6922111"/>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1</a:t>
            </a:r>
          </a:p>
        </p:txBody>
      </p:sp>
      <p:sp>
        <p:nvSpPr>
          <p:cNvPr id="170" name="Figure | 2"/>
          <p:cNvSpPr txBox="1"/>
          <p:nvPr/>
        </p:nvSpPr>
        <p:spPr>
          <a:xfrm>
            <a:off x="2943404" y="6922111"/>
            <a:ext cx="14111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2</a:t>
            </a:r>
          </a:p>
        </p:txBody>
      </p:sp>
      <p:sp>
        <p:nvSpPr>
          <p:cNvPr id="171" name="Figure | 4"/>
          <p:cNvSpPr txBox="1"/>
          <p:nvPr/>
        </p:nvSpPr>
        <p:spPr>
          <a:xfrm>
            <a:off x="4069438" y="6922111"/>
            <a:ext cx="139641" cy="242123"/>
          </a:xfrm>
          <a:prstGeom prst="rect">
            <a:avLst/>
          </a:prstGeom>
          <a:noFill/>
          <a:effectLst/>
        </p:spPr>
        <p:txBody>
          <a:bodyPr wrap="none" lIns="0" rIns="0" tIns="0" bIns="0" anchor="t">
            <a:noAutofit/>
          </a:bodyPr>
          <a:lstStyle/>
          <a:p>
            <a:pPr>
              <a:lnSpc>
                <a:spcPct val="100000"/>
              </a:lnSpc>
              <a:spcBef>
                <a:spcPts val="0"/>
              </a:spcBef>
              <a:spcAft>
                <a:spcPts val="0"/>
              </a:spcAft>
            </a:pPr>
            <a:r>
              <a:rPr sz="1314" b="0">
                <a:solidFill>
                  <a:srgbClr val="72665E"/>
                </a:solidFill>
                <a:latin typeface="Arial"/>
              </a:rPr>
              <a:t>4</a:t>
            </a:r>
          </a:p>
        </p:txBody>
      </p:sp>
      <p:sp>
        <p:nvSpPr>
          <p:cNvPr id="172" name="Figure | Shared square-root scale"/>
          <p:cNvSpPr txBox="1"/>
          <p:nvPr/>
        </p:nvSpPr>
        <p:spPr>
          <a:xfrm>
            <a:off x="2309224" y="7163928"/>
            <a:ext cx="1853553" cy="231892"/>
          </a:xfrm>
          <a:prstGeom prst="rect">
            <a:avLst/>
          </a:prstGeom>
          <a:noFill/>
          <a:effectLst/>
        </p:spPr>
        <p:txBody>
          <a:bodyPr wrap="none" lIns="0" rIns="0" tIns="0" bIns="0" anchor="t">
            <a:noAutofit/>
          </a:bodyPr>
          <a:lstStyle/>
          <a:p>
            <a:pPr>
              <a:lnSpc>
                <a:spcPct val="100000"/>
              </a:lnSpc>
              <a:spcBef>
                <a:spcPts val="0"/>
              </a:spcBef>
              <a:spcAft>
                <a:spcPts val="0"/>
              </a:spcAft>
            </a:pPr>
            <a:r>
              <a:rPr sz="1259" b="0">
                <a:solidFill>
                  <a:srgbClr val="72665E"/>
                </a:solidFill>
                <a:latin typeface="Arial"/>
              </a:rPr>
              <a:t>Shared square-root scale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VPO token-level credit allocation — editable case studies</dc:title>
  <dc:subject>Native PowerPoint text and token rectangles, four saved examples</dc:subject>
  <dc:creator>VPO-RM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